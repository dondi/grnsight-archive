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2D0_5E8B825C.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32B_2A5FA138.xml" ContentType="application/vnd.ms-powerpoint.comments+xml"/>
  <Override PartName="/ppt/notesSlides/notesSlide7.xml" ContentType="application/vnd.openxmlformats-officedocument.presentationml.notesSlide+xml"/>
  <Override PartName="/ppt/comments/modernComment_2C4_D61B073F.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32A_FBFDEE6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0C_0.xml" ContentType="application/vnd.ms-powerpoint.comments+xml"/>
  <Override PartName="/ppt/comments/modernComment_10E_0.xml" ContentType="application/vnd.ms-powerpoint.comments+xml"/>
  <Override PartName="/ppt/comments/modernComment_10F_0.xml" ContentType="application/vnd.ms-powerpoint.comments+xml"/>
  <Override PartName="/ppt/comments/modernComment_110_0.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327_E9C99D1D.xml" ContentType="application/vnd.ms-powerpoint.comments+xml"/>
  <Override PartName="/ppt/notesSlides/notesSlide15.xml" ContentType="application/vnd.openxmlformats-officedocument.presentationml.notesSlide+xml"/>
  <Override PartName="/ppt/comments/modernComment_31B_4B301005.xml" ContentType="application/vnd.ms-powerpoint.comments+xml"/>
  <Override PartName="/ppt/notesSlides/notesSlide16.xml" ContentType="application/vnd.openxmlformats-officedocument.presentationml.notesSlide+xml"/>
  <Override PartName="/ppt/comments/modernComment_2F1_574EDDBE.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2F2_6AF67446.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306_2A18244F.xml" ContentType="application/vnd.ms-powerpoint.comments+xml"/>
  <Override PartName="/ppt/notesSlides/notesSlide22.xml" ContentType="application/vnd.openxmlformats-officedocument.presentationml.notesSlide+xml"/>
  <Override PartName="/ppt/comments/modernComment_119_0.xml" ContentType="application/vnd.ms-powerpoint.comments+xml"/>
  <Override PartName="/ppt/notesSlides/notesSlide23.xml" ContentType="application/vnd.openxmlformats-officedocument.presentationml.notesSlide+xml"/>
  <Override PartName="/ppt/comments/modernComment_2C9_C36F3965.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5"/>
  </p:notesMasterIdLst>
  <p:sldIdLst>
    <p:sldId id="256" r:id="rId2"/>
    <p:sldId id="720" r:id="rId3"/>
    <p:sldId id="830" r:id="rId4"/>
    <p:sldId id="258" r:id="rId5"/>
    <p:sldId id="600" r:id="rId6"/>
    <p:sldId id="811" r:id="rId7"/>
    <p:sldId id="708" r:id="rId8"/>
    <p:sldId id="832" r:id="rId9"/>
    <p:sldId id="833" r:id="rId10"/>
    <p:sldId id="810" r:id="rId11"/>
    <p:sldId id="802" r:id="rId12"/>
    <p:sldId id="803" r:id="rId13"/>
    <p:sldId id="804" r:id="rId14"/>
    <p:sldId id="268" r:id="rId15"/>
    <p:sldId id="270" r:id="rId16"/>
    <p:sldId id="271" r:id="rId17"/>
    <p:sldId id="272" r:id="rId18"/>
    <p:sldId id="814" r:id="rId19"/>
    <p:sldId id="815" r:id="rId20"/>
    <p:sldId id="816" r:id="rId21"/>
    <p:sldId id="817" r:id="rId22"/>
    <p:sldId id="818" r:id="rId23"/>
    <p:sldId id="819" r:id="rId24"/>
    <p:sldId id="820" r:id="rId25"/>
    <p:sldId id="821" r:id="rId26"/>
    <p:sldId id="822" r:id="rId27"/>
    <p:sldId id="823" r:id="rId28"/>
    <p:sldId id="824" r:id="rId29"/>
    <p:sldId id="825" r:id="rId30"/>
    <p:sldId id="826" r:id="rId31"/>
    <p:sldId id="827" r:id="rId32"/>
    <p:sldId id="828" r:id="rId33"/>
    <p:sldId id="829" r:id="rId34"/>
    <p:sldId id="807" r:id="rId35"/>
    <p:sldId id="795" r:id="rId36"/>
    <p:sldId id="753" r:id="rId37"/>
    <p:sldId id="834" r:id="rId38"/>
    <p:sldId id="754" r:id="rId39"/>
    <p:sldId id="797" r:id="rId40"/>
    <p:sldId id="785" r:id="rId41"/>
    <p:sldId id="774" r:id="rId42"/>
    <p:sldId id="281" r:id="rId43"/>
    <p:sldId id="713" r:id="rId44"/>
  </p:sldIdLst>
  <p:sldSz cx="9144000" cy="5143500" type="screen16x9"/>
  <p:notesSz cx="6858000" cy="9144000"/>
  <p:embeddedFontLst>
    <p:embeddedFont>
      <p:font typeface="Sans Serif Collection" panose="020B0502040504020204" pitchFamily="34" charset="-78"/>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501-4BB1-3555-C1AF-A3C31A0E7D23}" name="Dionisio, John David" initials="DJ" userId="S::johndavid.dionisio@lmu.edu::e3b1f1c0-3270-469a-82f5-d004832549cb" providerId="AD"/>
  <p188:author id="{050CC742-17C3-54B3-4E0E-240C4BB316BB}" name="Guest User" initials="GU" userId="S::urn:spo:tenantanon#0376eb4b-c206-4056-9061-e342dc2ecda8::" providerId="AD"/>
  <p188:author id="{45D20B7D-4004-C4B1-FB1E-27168D811655}" name="Tran, Ngoc Kim Ngan" initials="NT" userId="S::ntran18@lion.lmu.edu::f1a20c60-f6cc-4486-9ea1-ef2fe2f42ea5" providerId="AD"/>
  <p188:author id="{81AFC9C0-94CF-1F08-B603-C41C896D1D0E}" name="Zaragoza, Cecilia" initials="CZ" userId="S::czarago3@lion.lmu.edu::ba79d74b-ac7e-4e1f-8231-f254b0908332" providerId="AD"/>
  <p188:author id="{F30846FF-0436-857E-6A61-7F15FB93B6D2}" name="Dahlquist, Kam" initials="DK" userId="S::kam.dahlquist@lmu.edu::40b18385-251d-4a80-b9c3-d2dafbeb4f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aika Tran" initials="" lastIdx="8" clrIdx="0"/>
  <p:cmAuthor id="1" name="Milka Z" initials="" lastIdx="3" clrIdx="1"/>
  <p:cmAuthor id="2" name="Tran, Ngoc Kim Ngan" initials="TN" lastIdx="4" clrIdx="2">
    <p:extLst>
      <p:ext uri="{19B8F6BF-5375-455C-9EA6-DF929625EA0E}">
        <p15:presenceInfo xmlns:p15="http://schemas.microsoft.com/office/powerpoint/2012/main" userId="S::ntran18@lion.lmu.edu::f1a20c60-f6cc-4486-9ea1-ef2fe2f42ea5" providerId="AD"/>
      </p:ext>
    </p:extLst>
  </p:cmAuthor>
  <p:cmAuthor id="3" name="Zekarias, Milka" initials="ZM" lastIdx="3" clrIdx="3">
    <p:extLst>
      <p:ext uri="{19B8F6BF-5375-455C-9EA6-DF929625EA0E}">
        <p15:presenceInfo xmlns:p15="http://schemas.microsoft.com/office/powerpoint/2012/main" userId="S::mzekaria@lion.lmu.edu::450d914f-7c24-4505-a2c7-a9ef6dfa0a4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693F"/>
    <a:srgbClr val="008F00"/>
    <a:srgbClr val="A9CFAF"/>
    <a:srgbClr val="DEF1E0"/>
    <a:srgbClr val="AAD1B1"/>
    <a:srgbClr val="C8E7D5"/>
    <a:srgbClr val="A8CFB0"/>
    <a:srgbClr val="D5DEA0"/>
    <a:srgbClr val="DDEFD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483CD9-3028-7240-B560-AE40AF98F5AF}" v="123" dt="2026-04-14T18:21:09.5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236"/>
    <p:restoredTop sz="94493"/>
  </p:normalViewPr>
  <p:slideViewPr>
    <p:cSldViewPr snapToGrid="0">
      <p:cViewPr varScale="1">
        <p:scale>
          <a:sx n="107" d="100"/>
          <a:sy n="107" d="100"/>
        </p:scale>
        <p:origin x="184" y="7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0376eb4b-c206-4056-9061-e342dc2ecda8::" providerId="AD" clId="Web-{B251C6A7-5E76-CDC9-B36F-B503C5962008}"/>
    <pc:docChg chg="addSld delSld modSld">
      <pc:chgData name="Guest User" userId="S::urn:spo:tenantanon#0376eb4b-c206-4056-9061-e342dc2ecda8::" providerId="AD" clId="Web-{B251C6A7-5E76-CDC9-B36F-B503C5962008}" dt="2026-04-08T16:17:46.668" v="125" actId="1076"/>
      <pc:docMkLst>
        <pc:docMk/>
      </pc:docMkLst>
      <pc:sldChg chg="modSp add">
        <pc:chgData name="Guest User" userId="S::urn:spo:tenantanon#0376eb4b-c206-4056-9061-e342dc2ecda8::" providerId="AD" clId="Web-{B251C6A7-5E76-CDC9-B36F-B503C5962008}" dt="2026-04-08T16:09:30.045" v="45" actId="1076"/>
        <pc:sldMkLst>
          <pc:docMk/>
          <pc:sldMk cId="4151442843" sldId="814"/>
        </pc:sldMkLst>
        <pc:spChg chg="mod">
          <ac:chgData name="Guest User" userId="S::urn:spo:tenantanon#0376eb4b-c206-4056-9061-e342dc2ecda8::" providerId="AD" clId="Web-{B251C6A7-5E76-CDC9-B36F-B503C5962008}" dt="2026-04-08T16:09:30.045" v="45" actId="1076"/>
          <ac:spMkLst>
            <pc:docMk/>
            <pc:sldMk cId="4151442843" sldId="814"/>
            <ac:spMk id="7" creationId="{00000000-0000-0000-0000-000000000000}"/>
          </ac:spMkLst>
        </pc:spChg>
      </pc:sldChg>
      <pc:sldChg chg="delSp modSp add">
        <pc:chgData name="Guest User" userId="S::urn:spo:tenantanon#0376eb4b-c206-4056-9061-e342dc2ecda8::" providerId="AD" clId="Web-{B251C6A7-5E76-CDC9-B36F-B503C5962008}" dt="2026-04-08T16:10:12.999" v="47"/>
        <pc:sldMkLst>
          <pc:docMk/>
          <pc:sldMk cId="3647806365" sldId="815"/>
        </pc:sldMkLst>
        <pc:spChg chg="mod">
          <ac:chgData name="Guest User" userId="S::urn:spo:tenantanon#0376eb4b-c206-4056-9061-e342dc2ecda8::" providerId="AD" clId="Web-{B251C6A7-5E76-CDC9-B36F-B503C5962008}" dt="2026-04-08T16:10:02.530" v="46" actId="1076"/>
          <ac:spMkLst>
            <pc:docMk/>
            <pc:sldMk cId="3647806365" sldId="815"/>
            <ac:spMk id="7" creationId="{00000000-0000-0000-0000-000000000000}"/>
          </ac:spMkLst>
        </pc:spChg>
      </pc:sldChg>
      <pc:sldChg chg="modSp add">
        <pc:chgData name="Guest User" userId="S::urn:spo:tenantanon#0376eb4b-c206-4056-9061-e342dc2ecda8::" providerId="AD" clId="Web-{B251C6A7-5E76-CDC9-B36F-B503C5962008}" dt="2026-04-08T16:10:22.280" v="48" actId="14100"/>
        <pc:sldMkLst>
          <pc:docMk/>
          <pc:sldMk cId="2151412642" sldId="816"/>
        </pc:sldMkLst>
        <pc:spChg chg="mod">
          <ac:chgData name="Guest User" userId="S::urn:spo:tenantanon#0376eb4b-c206-4056-9061-e342dc2ecda8::" providerId="AD" clId="Web-{B251C6A7-5E76-CDC9-B36F-B503C5962008}" dt="2026-04-08T16:03:29.938" v="24" actId="20577"/>
          <ac:spMkLst>
            <pc:docMk/>
            <pc:sldMk cId="2151412642" sldId="816"/>
            <ac:spMk id="13" creationId="{00000000-0000-0000-0000-000000000000}"/>
          </ac:spMkLst>
        </pc:spChg>
      </pc:sldChg>
      <pc:sldChg chg="modSp add">
        <pc:chgData name="Guest User" userId="S::urn:spo:tenantanon#0376eb4b-c206-4056-9061-e342dc2ecda8::" providerId="AD" clId="Web-{B251C6A7-5E76-CDC9-B36F-B503C5962008}" dt="2026-04-08T16:10:43.609" v="50" actId="14100"/>
        <pc:sldMkLst>
          <pc:docMk/>
          <pc:sldMk cId="3016808427" sldId="817"/>
        </pc:sldMkLst>
        <pc:spChg chg="mod">
          <ac:chgData name="Guest User" userId="S::urn:spo:tenantanon#0376eb4b-c206-4056-9061-e342dc2ecda8::" providerId="AD" clId="Web-{B251C6A7-5E76-CDC9-B36F-B503C5962008}" dt="2026-04-08T16:10:31.078" v="49" actId="1076"/>
          <ac:spMkLst>
            <pc:docMk/>
            <pc:sldMk cId="3016808427" sldId="817"/>
            <ac:spMk id="13" creationId="{00000000-0000-0000-0000-000000000000}"/>
          </ac:spMkLst>
        </pc:spChg>
      </pc:sldChg>
      <pc:sldChg chg="modSp add">
        <pc:chgData name="Guest User" userId="S::urn:spo:tenantanon#0376eb4b-c206-4056-9061-e342dc2ecda8::" providerId="AD" clId="Web-{B251C6A7-5E76-CDC9-B36F-B503C5962008}" dt="2026-04-08T16:10:52.484" v="51" actId="14100"/>
        <pc:sldMkLst>
          <pc:docMk/>
          <pc:sldMk cId="50192683" sldId="818"/>
        </pc:sldMkLst>
        <pc:spChg chg="mod">
          <ac:chgData name="Guest User" userId="S::urn:spo:tenantanon#0376eb4b-c206-4056-9061-e342dc2ecda8::" providerId="AD" clId="Web-{B251C6A7-5E76-CDC9-B36F-B503C5962008}" dt="2026-04-08T16:03:40.486" v="26" actId="20577"/>
          <ac:spMkLst>
            <pc:docMk/>
            <pc:sldMk cId="50192683" sldId="818"/>
            <ac:spMk id="13" creationId="{00000000-0000-0000-0000-000000000000}"/>
          </ac:spMkLst>
        </pc:spChg>
      </pc:sldChg>
      <pc:sldChg chg="modSp add">
        <pc:chgData name="Guest User" userId="S::urn:spo:tenantanon#0376eb4b-c206-4056-9061-e342dc2ecda8::" providerId="AD" clId="Web-{B251C6A7-5E76-CDC9-B36F-B503C5962008}" dt="2026-04-08T16:11:05.078" v="53" actId="1076"/>
        <pc:sldMkLst>
          <pc:docMk/>
          <pc:sldMk cId="3515090482" sldId="819"/>
        </pc:sldMkLst>
        <pc:spChg chg="mod">
          <ac:chgData name="Guest User" userId="S::urn:spo:tenantanon#0376eb4b-c206-4056-9061-e342dc2ecda8::" providerId="AD" clId="Web-{B251C6A7-5E76-CDC9-B36F-B503C5962008}" dt="2026-04-08T16:11:05.078" v="53" actId="1076"/>
          <ac:spMkLst>
            <pc:docMk/>
            <pc:sldMk cId="3515090482" sldId="819"/>
            <ac:spMk id="13" creationId="{00000000-0000-0000-0000-000000000000}"/>
          </ac:spMkLst>
        </pc:spChg>
      </pc:sldChg>
      <pc:sldChg chg="modSp add">
        <pc:chgData name="Guest User" userId="S::urn:spo:tenantanon#0376eb4b-c206-4056-9061-e342dc2ecda8::" providerId="AD" clId="Web-{B251C6A7-5E76-CDC9-B36F-B503C5962008}" dt="2026-04-08T16:11:27.485" v="58" actId="14100"/>
        <pc:sldMkLst>
          <pc:docMk/>
          <pc:sldMk cId="3559457301" sldId="820"/>
        </pc:sldMkLst>
        <pc:spChg chg="mod">
          <ac:chgData name="Guest User" userId="S::urn:spo:tenantanon#0376eb4b-c206-4056-9061-e342dc2ecda8::" providerId="AD" clId="Web-{B251C6A7-5E76-CDC9-B36F-B503C5962008}" dt="2026-04-08T16:11:27.485" v="58" actId="14100"/>
          <ac:spMkLst>
            <pc:docMk/>
            <pc:sldMk cId="3559457301" sldId="820"/>
            <ac:spMk id="2" creationId="{00000000-0000-0000-0000-000000000000}"/>
          </ac:spMkLst>
        </pc:spChg>
        <pc:spChg chg="mod">
          <ac:chgData name="Guest User" userId="S::urn:spo:tenantanon#0376eb4b-c206-4056-9061-e342dc2ecda8::" providerId="AD" clId="Web-{B251C6A7-5E76-CDC9-B36F-B503C5962008}" dt="2026-04-08T16:11:19.191" v="57" actId="1076"/>
          <ac:spMkLst>
            <pc:docMk/>
            <pc:sldMk cId="3559457301" sldId="820"/>
            <ac:spMk id="13" creationId="{00000000-0000-0000-0000-000000000000}"/>
          </ac:spMkLst>
        </pc:spChg>
      </pc:sldChg>
      <pc:sldChg chg="modSp add">
        <pc:chgData name="Guest User" userId="S::urn:spo:tenantanon#0376eb4b-c206-4056-9061-e342dc2ecda8::" providerId="AD" clId="Web-{B251C6A7-5E76-CDC9-B36F-B503C5962008}" dt="2026-04-08T16:11:40.735" v="60" actId="14100"/>
        <pc:sldMkLst>
          <pc:docMk/>
          <pc:sldMk cId="849279470" sldId="821"/>
        </pc:sldMkLst>
        <pc:spChg chg="mod">
          <ac:chgData name="Guest User" userId="S::urn:spo:tenantanon#0376eb4b-c206-4056-9061-e342dc2ecda8::" providerId="AD" clId="Web-{B251C6A7-5E76-CDC9-B36F-B503C5962008}" dt="2026-04-08T16:11:40.735" v="60" actId="14100"/>
          <ac:spMkLst>
            <pc:docMk/>
            <pc:sldMk cId="849279470" sldId="821"/>
            <ac:spMk id="2" creationId="{00000000-0000-0000-0000-000000000000}"/>
          </ac:spMkLst>
        </pc:spChg>
        <pc:spChg chg="mod">
          <ac:chgData name="Guest User" userId="S::urn:spo:tenantanon#0376eb4b-c206-4056-9061-e342dc2ecda8::" providerId="AD" clId="Web-{B251C6A7-5E76-CDC9-B36F-B503C5962008}" dt="2026-04-08T16:11:38.079" v="59" actId="1076"/>
          <ac:spMkLst>
            <pc:docMk/>
            <pc:sldMk cId="849279470" sldId="821"/>
            <ac:spMk id="13" creationId="{00000000-0000-0000-0000-000000000000}"/>
          </ac:spMkLst>
        </pc:spChg>
      </pc:sldChg>
      <pc:sldChg chg="modSp add">
        <pc:chgData name="Guest User" userId="S::urn:spo:tenantanon#0376eb4b-c206-4056-9061-e342dc2ecda8::" providerId="AD" clId="Web-{B251C6A7-5E76-CDC9-B36F-B503C5962008}" dt="2026-04-08T16:11:51.157" v="62" actId="14100"/>
        <pc:sldMkLst>
          <pc:docMk/>
          <pc:sldMk cId="1185715645" sldId="822"/>
        </pc:sldMkLst>
        <pc:spChg chg="mod">
          <ac:chgData name="Guest User" userId="S::urn:spo:tenantanon#0376eb4b-c206-4056-9061-e342dc2ecda8::" providerId="AD" clId="Web-{B251C6A7-5E76-CDC9-B36F-B503C5962008}" dt="2026-04-08T16:11:51.157" v="62" actId="14100"/>
          <ac:spMkLst>
            <pc:docMk/>
            <pc:sldMk cId="1185715645" sldId="822"/>
            <ac:spMk id="2" creationId="{00000000-0000-0000-0000-000000000000}"/>
          </ac:spMkLst>
        </pc:spChg>
        <pc:spChg chg="mod">
          <ac:chgData name="Guest User" userId="S::urn:spo:tenantanon#0376eb4b-c206-4056-9061-e342dc2ecda8::" providerId="AD" clId="Web-{B251C6A7-5E76-CDC9-B36F-B503C5962008}" dt="2026-04-08T16:11:48.829" v="61" actId="1076"/>
          <ac:spMkLst>
            <pc:docMk/>
            <pc:sldMk cId="1185715645" sldId="822"/>
            <ac:spMk id="13" creationId="{00000000-0000-0000-0000-000000000000}"/>
          </ac:spMkLst>
        </pc:spChg>
      </pc:sldChg>
      <pc:sldChg chg="modSp add">
        <pc:chgData name="Guest User" userId="S::urn:spo:tenantanon#0376eb4b-c206-4056-9061-e342dc2ecda8::" providerId="AD" clId="Web-{B251C6A7-5E76-CDC9-B36F-B503C5962008}" dt="2026-04-08T16:11:58.735" v="63" actId="14100"/>
        <pc:sldMkLst>
          <pc:docMk/>
          <pc:sldMk cId="4054368346" sldId="823"/>
        </pc:sldMkLst>
        <pc:spChg chg="mod">
          <ac:chgData name="Guest User" userId="S::urn:spo:tenantanon#0376eb4b-c206-4056-9061-e342dc2ecda8::" providerId="AD" clId="Web-{B251C6A7-5E76-CDC9-B36F-B503C5962008}" dt="2026-04-08T16:11:58.735" v="63" actId="14100"/>
          <ac:spMkLst>
            <pc:docMk/>
            <pc:sldMk cId="4054368346" sldId="823"/>
            <ac:spMk id="2" creationId="{00000000-0000-0000-0000-000000000000}"/>
          </ac:spMkLst>
        </pc:spChg>
        <pc:spChg chg="mod">
          <ac:chgData name="Guest User" userId="S::urn:spo:tenantanon#0376eb4b-c206-4056-9061-e342dc2ecda8::" providerId="AD" clId="Web-{B251C6A7-5E76-CDC9-B36F-B503C5962008}" dt="2026-04-08T16:04:02.487" v="31" actId="20577"/>
          <ac:spMkLst>
            <pc:docMk/>
            <pc:sldMk cId="4054368346" sldId="823"/>
            <ac:spMk id="13" creationId="{00000000-0000-0000-0000-000000000000}"/>
          </ac:spMkLst>
        </pc:spChg>
      </pc:sldChg>
      <pc:sldChg chg="modSp add">
        <pc:chgData name="Guest User" userId="S::urn:spo:tenantanon#0376eb4b-c206-4056-9061-e342dc2ecda8::" providerId="AD" clId="Web-{B251C6A7-5E76-CDC9-B36F-B503C5962008}" dt="2026-04-08T16:12:11.892" v="65" actId="14100"/>
        <pc:sldMkLst>
          <pc:docMk/>
          <pc:sldMk cId="974217809" sldId="824"/>
        </pc:sldMkLst>
        <pc:spChg chg="mod">
          <ac:chgData name="Guest User" userId="S::urn:spo:tenantanon#0376eb4b-c206-4056-9061-e342dc2ecda8::" providerId="AD" clId="Web-{B251C6A7-5E76-CDC9-B36F-B503C5962008}" dt="2026-04-08T16:12:05.079" v="64" actId="14100"/>
          <ac:spMkLst>
            <pc:docMk/>
            <pc:sldMk cId="974217809" sldId="824"/>
            <ac:spMk id="2" creationId="{00000000-0000-0000-0000-000000000000}"/>
          </ac:spMkLst>
        </pc:spChg>
        <pc:spChg chg="mod">
          <ac:chgData name="Guest User" userId="S::urn:spo:tenantanon#0376eb4b-c206-4056-9061-e342dc2ecda8::" providerId="AD" clId="Web-{B251C6A7-5E76-CDC9-B36F-B503C5962008}" dt="2026-04-08T16:04:09.472" v="32" actId="20577"/>
          <ac:spMkLst>
            <pc:docMk/>
            <pc:sldMk cId="974217809" sldId="824"/>
            <ac:spMk id="13" creationId="{00000000-0000-0000-0000-000000000000}"/>
          </ac:spMkLst>
        </pc:spChg>
      </pc:sldChg>
      <pc:sldChg chg="modSp add">
        <pc:chgData name="Guest User" userId="S::urn:spo:tenantanon#0376eb4b-c206-4056-9061-e342dc2ecda8::" providerId="AD" clId="Web-{B251C6A7-5E76-CDC9-B36F-B503C5962008}" dt="2026-04-08T16:12:20.486" v="67" actId="14100"/>
        <pc:sldMkLst>
          <pc:docMk/>
          <pc:sldMk cId="51735630" sldId="825"/>
        </pc:sldMkLst>
        <pc:spChg chg="mod">
          <ac:chgData name="Guest User" userId="S::urn:spo:tenantanon#0376eb4b-c206-4056-9061-e342dc2ecda8::" providerId="AD" clId="Web-{B251C6A7-5E76-CDC9-B36F-B503C5962008}" dt="2026-04-08T16:12:16.986" v="66" actId="14100"/>
          <ac:spMkLst>
            <pc:docMk/>
            <pc:sldMk cId="51735630" sldId="825"/>
            <ac:spMk id="2" creationId="{00000000-0000-0000-0000-000000000000}"/>
          </ac:spMkLst>
        </pc:spChg>
        <pc:spChg chg="mod">
          <ac:chgData name="Guest User" userId="S::urn:spo:tenantanon#0376eb4b-c206-4056-9061-e342dc2ecda8::" providerId="AD" clId="Web-{B251C6A7-5E76-CDC9-B36F-B503C5962008}" dt="2026-04-08T16:04:14.550" v="33" actId="20577"/>
          <ac:spMkLst>
            <pc:docMk/>
            <pc:sldMk cId="51735630" sldId="825"/>
            <ac:spMk id="13" creationId="{00000000-0000-0000-0000-000000000000}"/>
          </ac:spMkLst>
        </pc:spChg>
      </pc:sldChg>
      <pc:sldChg chg="modSp add">
        <pc:chgData name="Guest User" userId="S::urn:spo:tenantanon#0376eb4b-c206-4056-9061-e342dc2ecda8::" providerId="AD" clId="Web-{B251C6A7-5E76-CDC9-B36F-B503C5962008}" dt="2026-04-08T16:12:45.392" v="70" actId="1076"/>
        <pc:sldMkLst>
          <pc:docMk/>
          <pc:sldMk cId="3941059474" sldId="826"/>
        </pc:sldMkLst>
        <pc:spChg chg="mod">
          <ac:chgData name="Guest User" userId="S::urn:spo:tenantanon#0376eb4b-c206-4056-9061-e342dc2ecda8::" providerId="AD" clId="Web-{B251C6A7-5E76-CDC9-B36F-B503C5962008}" dt="2026-04-08T16:12:30.127" v="68" actId="14100"/>
          <ac:spMkLst>
            <pc:docMk/>
            <pc:sldMk cId="3941059474" sldId="826"/>
            <ac:spMk id="2" creationId="{00000000-0000-0000-0000-000000000000}"/>
          </ac:spMkLst>
        </pc:spChg>
        <pc:spChg chg="mod">
          <ac:chgData name="Guest User" userId="S::urn:spo:tenantanon#0376eb4b-c206-4056-9061-e342dc2ecda8::" providerId="AD" clId="Web-{B251C6A7-5E76-CDC9-B36F-B503C5962008}" dt="2026-04-08T16:12:45.392" v="70" actId="1076"/>
          <ac:spMkLst>
            <pc:docMk/>
            <pc:sldMk cId="3941059474" sldId="826"/>
            <ac:spMk id="13" creationId="{00000000-0000-0000-0000-000000000000}"/>
          </ac:spMkLst>
        </pc:spChg>
      </pc:sldChg>
      <pc:sldChg chg="modSp add">
        <pc:chgData name="Guest User" userId="S::urn:spo:tenantanon#0376eb4b-c206-4056-9061-e342dc2ecda8::" providerId="AD" clId="Web-{B251C6A7-5E76-CDC9-B36F-B503C5962008}" dt="2026-04-08T16:17:18.806" v="124" actId="14100"/>
        <pc:sldMkLst>
          <pc:docMk/>
          <pc:sldMk cId="3061394448" sldId="827"/>
        </pc:sldMkLst>
        <pc:spChg chg="mod">
          <ac:chgData name="Guest User" userId="S::urn:spo:tenantanon#0376eb4b-c206-4056-9061-e342dc2ecda8::" providerId="AD" clId="Web-{B251C6A7-5E76-CDC9-B36F-B503C5962008}" dt="2026-04-08T16:16:54.225" v="108" actId="14100"/>
          <ac:spMkLst>
            <pc:docMk/>
            <pc:sldMk cId="3061394448" sldId="827"/>
            <ac:spMk id="7" creationId="{00000000-0000-0000-0000-000000000000}"/>
          </ac:spMkLst>
        </pc:spChg>
        <pc:spChg chg="mod">
          <ac:chgData name="Guest User" userId="S::urn:spo:tenantanon#0376eb4b-c206-4056-9061-e342dc2ecda8::" providerId="AD" clId="Web-{B251C6A7-5E76-CDC9-B36F-B503C5962008}" dt="2026-04-08T16:17:18.806" v="124" actId="14100"/>
          <ac:spMkLst>
            <pc:docMk/>
            <pc:sldMk cId="3061394448" sldId="827"/>
            <ac:spMk id="13" creationId="{00000000-0000-0000-0000-000000000000}"/>
          </ac:spMkLst>
        </pc:spChg>
      </pc:sldChg>
    </pc:docChg>
  </pc:docChgLst>
  <pc:docChgLst>
    <pc:chgData name="Dahlquist, Kam" userId="S::kam.dahlquist@lmu.edu::40b18385-251d-4a80-b9c3-d2dafbeb4f50" providerId="AD" clId="Web-{C6F28E73-F1F4-0E37-7FA1-A4F62B317A19}"/>
    <pc:docChg chg="addSld delSld modSld sldOrd">
      <pc:chgData name="Dahlquist, Kam" userId="S::kam.dahlquist@lmu.edu::40b18385-251d-4a80-b9c3-d2dafbeb4f50" providerId="AD" clId="Web-{C6F28E73-F1F4-0E37-7FA1-A4F62B317A19}" dt="2026-04-08T16:29:54.374" v="50" actId="20577"/>
      <pc:docMkLst>
        <pc:docMk/>
      </pc:docMkLst>
      <pc:sldChg chg="ord">
        <pc:chgData name="Dahlquist, Kam" userId="S::kam.dahlquist@lmu.edu::40b18385-251d-4a80-b9c3-d2dafbeb4f50" providerId="AD" clId="Web-{C6F28E73-F1F4-0E37-7FA1-A4F62B317A19}" dt="2026-04-08T16:26:41.500" v="3"/>
        <pc:sldMkLst>
          <pc:docMk/>
          <pc:sldMk cId="134961388" sldId="802"/>
        </pc:sldMkLst>
      </pc:sldChg>
      <pc:sldChg chg="ord">
        <pc:chgData name="Dahlquist, Kam" userId="S::kam.dahlquist@lmu.edu::40b18385-251d-4a80-b9c3-d2dafbeb4f50" providerId="AD" clId="Web-{C6F28E73-F1F4-0E37-7FA1-A4F62B317A19}" dt="2026-04-08T16:26:41.500" v="2"/>
        <pc:sldMkLst>
          <pc:docMk/>
          <pc:sldMk cId="1091169470" sldId="803"/>
        </pc:sldMkLst>
      </pc:sldChg>
      <pc:sldChg chg="ord">
        <pc:chgData name="Dahlquist, Kam" userId="S::kam.dahlquist@lmu.edu::40b18385-251d-4a80-b9c3-d2dafbeb4f50" providerId="AD" clId="Web-{C6F28E73-F1F4-0E37-7FA1-A4F62B317A19}" dt="2026-04-08T16:26:41.500" v="1"/>
        <pc:sldMkLst>
          <pc:docMk/>
          <pc:sldMk cId="221590995" sldId="804"/>
        </pc:sldMkLst>
      </pc:sldChg>
      <pc:sldChg chg="ord">
        <pc:chgData name="Dahlquist, Kam" userId="S::kam.dahlquist@lmu.edu::40b18385-251d-4a80-b9c3-d2dafbeb4f50" providerId="AD" clId="Web-{C6F28E73-F1F4-0E37-7FA1-A4F62B317A19}" dt="2026-04-08T16:26:41.500" v="4"/>
        <pc:sldMkLst>
          <pc:docMk/>
          <pc:sldMk cId="4227722848" sldId="810"/>
        </pc:sldMkLst>
      </pc:sldChg>
      <pc:sldChg chg="add del">
        <pc:chgData name="Dahlquist, Kam" userId="S::kam.dahlquist@lmu.edu::40b18385-251d-4a80-b9c3-d2dafbeb4f50" providerId="AD" clId="Web-{C6F28E73-F1F4-0E37-7FA1-A4F62B317A19}" dt="2026-04-08T16:28:19.859" v="22"/>
        <pc:sldMkLst>
          <pc:docMk/>
          <pc:sldMk cId="4151442843" sldId="814"/>
        </pc:sldMkLst>
      </pc:sldChg>
      <pc:sldChg chg="add del">
        <pc:chgData name="Dahlquist, Kam" userId="S::kam.dahlquist@lmu.edu::40b18385-251d-4a80-b9c3-d2dafbeb4f50" providerId="AD" clId="Web-{C6F28E73-F1F4-0E37-7FA1-A4F62B317A19}" dt="2026-04-08T16:28:19.968" v="23"/>
        <pc:sldMkLst>
          <pc:docMk/>
          <pc:sldMk cId="3647806365" sldId="815"/>
        </pc:sldMkLst>
      </pc:sldChg>
      <pc:sldChg chg="add del">
        <pc:chgData name="Dahlquist, Kam" userId="S::kam.dahlquist@lmu.edu::40b18385-251d-4a80-b9c3-d2dafbeb4f50" providerId="AD" clId="Web-{C6F28E73-F1F4-0E37-7FA1-A4F62B317A19}" dt="2026-04-08T16:28:20.078" v="24"/>
        <pc:sldMkLst>
          <pc:docMk/>
          <pc:sldMk cId="2151412642" sldId="816"/>
        </pc:sldMkLst>
      </pc:sldChg>
      <pc:sldChg chg="add del">
        <pc:chgData name="Dahlquist, Kam" userId="S::kam.dahlquist@lmu.edu::40b18385-251d-4a80-b9c3-d2dafbeb4f50" providerId="AD" clId="Web-{C6F28E73-F1F4-0E37-7FA1-A4F62B317A19}" dt="2026-04-08T16:28:20.187" v="25"/>
        <pc:sldMkLst>
          <pc:docMk/>
          <pc:sldMk cId="3016808427" sldId="817"/>
        </pc:sldMkLst>
      </pc:sldChg>
      <pc:sldChg chg="add del">
        <pc:chgData name="Dahlquist, Kam" userId="S::kam.dahlquist@lmu.edu::40b18385-251d-4a80-b9c3-d2dafbeb4f50" providerId="AD" clId="Web-{C6F28E73-F1F4-0E37-7FA1-A4F62B317A19}" dt="2026-04-08T16:28:20.296" v="26"/>
        <pc:sldMkLst>
          <pc:docMk/>
          <pc:sldMk cId="50192683" sldId="818"/>
        </pc:sldMkLst>
      </pc:sldChg>
      <pc:sldChg chg="modSp add del">
        <pc:chgData name="Dahlquist, Kam" userId="S::kam.dahlquist@lmu.edu::40b18385-251d-4a80-b9c3-d2dafbeb4f50" providerId="AD" clId="Web-{C6F28E73-F1F4-0E37-7FA1-A4F62B317A19}" dt="2026-04-08T16:28:53.374" v="38" actId="14100"/>
        <pc:sldMkLst>
          <pc:docMk/>
          <pc:sldMk cId="3515090482" sldId="819"/>
        </pc:sldMkLst>
        <pc:spChg chg="mod">
          <ac:chgData name="Dahlquist, Kam" userId="S::kam.dahlquist@lmu.edu::40b18385-251d-4a80-b9c3-d2dafbeb4f50" providerId="AD" clId="Web-{C6F28E73-F1F4-0E37-7FA1-A4F62B317A19}" dt="2026-04-08T16:28:53.374" v="38" actId="14100"/>
          <ac:spMkLst>
            <pc:docMk/>
            <pc:sldMk cId="3515090482" sldId="819"/>
            <ac:spMk id="2" creationId="{00000000-0000-0000-0000-000000000000}"/>
          </ac:spMkLst>
        </pc:spChg>
      </pc:sldChg>
      <pc:sldChg chg="add del">
        <pc:chgData name="Dahlquist, Kam" userId="S::kam.dahlquist@lmu.edu::40b18385-251d-4a80-b9c3-d2dafbeb4f50" providerId="AD" clId="Web-{C6F28E73-F1F4-0E37-7FA1-A4F62B317A19}" dt="2026-04-08T16:28:20.515" v="28"/>
        <pc:sldMkLst>
          <pc:docMk/>
          <pc:sldMk cId="3559457301" sldId="820"/>
        </pc:sldMkLst>
      </pc:sldChg>
      <pc:sldChg chg="modSp add del">
        <pc:chgData name="Dahlquist, Kam" userId="S::kam.dahlquist@lmu.edu::40b18385-251d-4a80-b9c3-d2dafbeb4f50" providerId="AD" clId="Web-{C6F28E73-F1F4-0E37-7FA1-A4F62B317A19}" dt="2026-04-08T16:29:03.281" v="39" actId="14100"/>
        <pc:sldMkLst>
          <pc:docMk/>
          <pc:sldMk cId="849279470" sldId="821"/>
        </pc:sldMkLst>
      </pc:sldChg>
      <pc:sldChg chg="modSp add del">
        <pc:chgData name="Dahlquist, Kam" userId="S::kam.dahlquist@lmu.edu::40b18385-251d-4a80-b9c3-d2dafbeb4f50" providerId="AD" clId="Web-{C6F28E73-F1F4-0E37-7FA1-A4F62B317A19}" dt="2026-04-08T16:29:08.374" v="40" actId="14100"/>
        <pc:sldMkLst>
          <pc:docMk/>
          <pc:sldMk cId="1185715645" sldId="822"/>
        </pc:sldMkLst>
      </pc:sldChg>
      <pc:sldChg chg="modSp add del">
        <pc:chgData name="Dahlquist, Kam" userId="S::kam.dahlquist@lmu.edu::40b18385-251d-4a80-b9c3-d2dafbeb4f50" providerId="AD" clId="Web-{C6F28E73-F1F4-0E37-7FA1-A4F62B317A19}" dt="2026-04-08T16:29:15.906" v="41" actId="14100"/>
        <pc:sldMkLst>
          <pc:docMk/>
          <pc:sldMk cId="4054368346" sldId="823"/>
        </pc:sldMkLst>
      </pc:sldChg>
      <pc:sldChg chg="add del">
        <pc:chgData name="Dahlquist, Kam" userId="S::kam.dahlquist@lmu.edu::40b18385-251d-4a80-b9c3-d2dafbeb4f50" providerId="AD" clId="Web-{C6F28E73-F1F4-0E37-7FA1-A4F62B317A19}" dt="2026-04-08T16:28:20.984" v="32"/>
        <pc:sldMkLst>
          <pc:docMk/>
          <pc:sldMk cId="974217809" sldId="824"/>
        </pc:sldMkLst>
      </pc:sldChg>
      <pc:sldChg chg="add del">
        <pc:chgData name="Dahlquist, Kam" userId="S::kam.dahlquist@lmu.edu::40b18385-251d-4a80-b9c3-d2dafbeb4f50" providerId="AD" clId="Web-{C6F28E73-F1F4-0E37-7FA1-A4F62B317A19}" dt="2026-04-08T16:28:21.093" v="33"/>
        <pc:sldMkLst>
          <pc:docMk/>
          <pc:sldMk cId="51735630" sldId="825"/>
        </pc:sldMkLst>
      </pc:sldChg>
      <pc:sldChg chg="add del">
        <pc:chgData name="Dahlquist, Kam" userId="S::kam.dahlquist@lmu.edu::40b18385-251d-4a80-b9c3-d2dafbeb4f50" providerId="AD" clId="Web-{C6F28E73-F1F4-0E37-7FA1-A4F62B317A19}" dt="2026-04-08T16:28:21.218" v="34"/>
        <pc:sldMkLst>
          <pc:docMk/>
          <pc:sldMk cId="3941059474" sldId="826"/>
        </pc:sldMkLst>
      </pc:sldChg>
      <pc:sldChg chg="modSp add del">
        <pc:chgData name="Dahlquist, Kam" userId="S::kam.dahlquist@lmu.edu::40b18385-251d-4a80-b9c3-d2dafbeb4f50" providerId="AD" clId="Web-{C6F28E73-F1F4-0E37-7FA1-A4F62B317A19}" dt="2026-04-08T16:29:54.374" v="50" actId="20577"/>
        <pc:sldMkLst>
          <pc:docMk/>
          <pc:sldMk cId="3061394448" sldId="827"/>
        </pc:sldMkLst>
        <pc:spChg chg="mod">
          <ac:chgData name="Dahlquist, Kam" userId="S::kam.dahlquist@lmu.edu::40b18385-251d-4a80-b9c3-d2dafbeb4f50" providerId="AD" clId="Web-{C6F28E73-F1F4-0E37-7FA1-A4F62B317A19}" dt="2026-04-08T16:29:54.374" v="50" actId="20577"/>
          <ac:spMkLst>
            <pc:docMk/>
            <pc:sldMk cId="3061394448" sldId="827"/>
            <ac:spMk id="7" creationId="{00000000-0000-0000-0000-000000000000}"/>
          </ac:spMkLst>
        </pc:spChg>
      </pc:sldChg>
      <pc:sldChg chg="add">
        <pc:chgData name="Dahlquist, Kam" userId="S::kam.dahlquist@lmu.edu::40b18385-251d-4a80-b9c3-d2dafbeb4f50" providerId="AD" clId="Web-{C6F28E73-F1F4-0E37-7FA1-A4F62B317A19}" dt="2026-04-08T16:28:21.453" v="36"/>
        <pc:sldMkLst>
          <pc:docMk/>
          <pc:sldMk cId="396997906" sldId="828"/>
        </pc:sldMkLst>
      </pc:sldChg>
      <pc:sldChg chg="add">
        <pc:chgData name="Dahlquist, Kam" userId="S::kam.dahlquist@lmu.edu::40b18385-251d-4a80-b9c3-d2dafbeb4f50" providerId="AD" clId="Web-{C6F28E73-F1F4-0E37-7FA1-A4F62B317A19}" dt="2026-04-08T16:28:21.562" v="37"/>
        <pc:sldMkLst>
          <pc:docMk/>
          <pc:sldMk cId="3074629001" sldId="829"/>
        </pc:sldMkLst>
      </pc:sldChg>
    </pc:docChg>
  </pc:docChgLst>
  <pc:docChgLst>
    <pc:chgData name="Dahlquist, Kam" userId="S::kam.dahlquist@lmu.edu::40b18385-251d-4a80-b9c3-d2dafbeb4f50" providerId="AD" clId="Web-{91AE2051-6CE1-0F9E-0843-9CAC590A1146}"/>
    <pc:docChg chg="modSld">
      <pc:chgData name="Dahlquist, Kam" userId="S::kam.dahlquist@lmu.edu::40b18385-251d-4a80-b9c3-d2dafbeb4f50" providerId="AD" clId="Web-{91AE2051-6CE1-0F9E-0843-9CAC590A1146}" dt="2026-04-08T17:42:28.088" v="26" actId="20577"/>
      <pc:docMkLst>
        <pc:docMk/>
      </pc:docMkLst>
      <pc:sldChg chg="addSp modSp">
        <pc:chgData name="Dahlquist, Kam" userId="S::kam.dahlquist@lmu.edu::40b18385-251d-4a80-b9c3-d2dafbeb4f50" providerId="AD" clId="Web-{91AE2051-6CE1-0F9E-0843-9CAC590A1146}" dt="2026-04-08T17:42:28.088" v="26" actId="20577"/>
        <pc:sldMkLst>
          <pc:docMk/>
          <pc:sldMk cId="0" sldId="268"/>
        </pc:sldMkLst>
        <pc:spChg chg="mod">
          <ac:chgData name="Dahlquist, Kam" userId="S::kam.dahlquist@lmu.edu::40b18385-251d-4a80-b9c3-d2dafbeb4f50" providerId="AD" clId="Web-{91AE2051-6CE1-0F9E-0843-9CAC590A1146}" dt="2026-04-08T17:34:33.461" v="15" actId="1076"/>
          <ac:spMkLst>
            <pc:docMk/>
            <pc:sldMk cId="0" sldId="268"/>
            <ac:spMk id="2" creationId="{00000000-0000-0000-0000-000000000000}"/>
          </ac:spMkLst>
        </pc:spChg>
        <pc:spChg chg="add mod">
          <ac:chgData name="Dahlquist, Kam" userId="S::kam.dahlquist@lmu.edu::40b18385-251d-4a80-b9c3-d2dafbeb4f50" providerId="AD" clId="Web-{91AE2051-6CE1-0F9E-0843-9CAC590A1146}" dt="2026-04-08T17:42:28.088" v="26" actId="20577"/>
          <ac:spMkLst>
            <pc:docMk/>
            <pc:sldMk cId="0" sldId="268"/>
            <ac:spMk id="7" creationId="{25FF19C1-5FC1-39CA-EF14-F5911BF786CE}"/>
          </ac:spMkLst>
        </pc:spChg>
      </pc:sldChg>
      <pc:sldChg chg="addSp modSp">
        <pc:chgData name="Dahlquist, Kam" userId="S::kam.dahlquist@lmu.edu::40b18385-251d-4a80-b9c3-d2dafbeb4f50" providerId="AD" clId="Web-{91AE2051-6CE1-0F9E-0843-9CAC590A1146}" dt="2026-04-08T17:34:39.367" v="16" actId="1076"/>
        <pc:sldMkLst>
          <pc:docMk/>
          <pc:sldMk cId="0" sldId="270"/>
        </pc:sldMkLst>
        <pc:spChg chg="mod">
          <ac:chgData name="Dahlquist, Kam" userId="S::kam.dahlquist@lmu.edu::40b18385-251d-4a80-b9c3-d2dafbeb4f50" providerId="AD" clId="Web-{91AE2051-6CE1-0F9E-0843-9CAC590A1146}" dt="2026-04-08T17:34:39.367" v="16" actId="1076"/>
          <ac:spMkLst>
            <pc:docMk/>
            <pc:sldMk cId="0" sldId="270"/>
            <ac:spMk id="2" creationId="{00000000-0000-0000-0000-000000000000}"/>
          </ac:spMkLst>
        </pc:spChg>
      </pc:sldChg>
      <pc:sldChg chg="addSp modSp">
        <pc:chgData name="Dahlquist, Kam" userId="S::kam.dahlquist@lmu.edu::40b18385-251d-4a80-b9c3-d2dafbeb4f50" providerId="AD" clId="Web-{91AE2051-6CE1-0F9E-0843-9CAC590A1146}" dt="2026-04-08T17:32:57.974" v="10" actId="20577"/>
        <pc:sldMkLst>
          <pc:docMk/>
          <pc:sldMk cId="0" sldId="271"/>
        </pc:sldMkLst>
      </pc:sldChg>
      <pc:sldChg chg="addSp">
        <pc:chgData name="Dahlquist, Kam" userId="S::kam.dahlquist@lmu.edu::40b18385-251d-4a80-b9c3-d2dafbeb4f50" providerId="AD" clId="Web-{91AE2051-6CE1-0F9E-0843-9CAC590A1146}" dt="2026-04-08T17:33:12.537" v="11"/>
        <pc:sldMkLst>
          <pc:docMk/>
          <pc:sldMk cId="0" sldId="272"/>
        </pc:sldMkLst>
      </pc:sldChg>
      <pc:sldChg chg="modSp">
        <pc:chgData name="Dahlquist, Kam" userId="S::kam.dahlquist@lmu.edu::40b18385-251d-4a80-b9c3-d2dafbeb4f50" providerId="AD" clId="Web-{91AE2051-6CE1-0F9E-0843-9CAC590A1146}" dt="2026-04-08T17:35:08.524" v="19" actId="20577"/>
        <pc:sldMkLst>
          <pc:docMk/>
          <pc:sldMk cId="4151442843" sldId="814"/>
        </pc:sldMkLst>
      </pc:sldChg>
      <pc:sldChg chg="addSp">
        <pc:chgData name="Dahlquist, Kam" userId="S::kam.dahlquist@lmu.edu::40b18385-251d-4a80-b9c3-d2dafbeb4f50" providerId="AD" clId="Web-{91AE2051-6CE1-0F9E-0843-9CAC590A1146}" dt="2026-04-08T17:35:15.524" v="20"/>
        <pc:sldMkLst>
          <pc:docMk/>
          <pc:sldMk cId="3647806365" sldId="815"/>
        </pc:sldMkLst>
      </pc:sldChg>
      <pc:sldChg chg="addSp">
        <pc:chgData name="Dahlquist, Kam" userId="S::kam.dahlquist@lmu.edu::40b18385-251d-4a80-b9c3-d2dafbeb4f50" providerId="AD" clId="Web-{91AE2051-6CE1-0F9E-0843-9CAC590A1146}" dt="2026-04-08T17:31:26.330" v="5"/>
        <pc:sldMkLst>
          <pc:docMk/>
          <pc:sldMk cId="396997906" sldId="828"/>
        </pc:sldMkLst>
      </pc:sldChg>
      <pc:sldChg chg="addSp modSp">
        <pc:chgData name="Dahlquist, Kam" userId="S::kam.dahlquist@lmu.edu::40b18385-251d-4a80-b9c3-d2dafbeb4f50" providerId="AD" clId="Web-{91AE2051-6CE1-0F9E-0843-9CAC590A1146}" dt="2026-04-08T17:36:20.229" v="21" actId="1076"/>
        <pc:sldMkLst>
          <pc:docMk/>
          <pc:sldMk cId="3074629001" sldId="829"/>
        </pc:sldMkLst>
        <pc:picChg chg="mod modCrop">
          <ac:chgData name="Dahlquist, Kam" userId="S::kam.dahlquist@lmu.edu::40b18385-251d-4a80-b9c3-d2dafbeb4f50" providerId="AD" clId="Web-{91AE2051-6CE1-0F9E-0843-9CAC590A1146}" dt="2026-04-08T17:30:39.656" v="2"/>
          <ac:picMkLst>
            <pc:docMk/>
            <pc:sldMk cId="3074629001" sldId="829"/>
            <ac:picMk id="14" creationId="{495228F1-51F8-EA26-EECA-40E897040C26}"/>
          </ac:picMkLst>
        </pc:picChg>
      </pc:sldChg>
    </pc:docChg>
  </pc:docChgLst>
  <pc:docChgLst>
    <pc:chgData name="Zaragoza, Cecilia" userId="ba79d74b-ac7e-4e1f-8231-f254b0908332" providerId="ADAL" clId="{15F7A57B-C523-5B4C-9877-9D60F2D945A7}"/>
    <pc:docChg chg="undo redo custSel addSld delSld modSld sldOrd">
      <pc:chgData name="Zaragoza, Cecilia" userId="ba79d74b-ac7e-4e1f-8231-f254b0908332" providerId="ADAL" clId="{15F7A57B-C523-5B4C-9877-9D60F2D945A7}" dt="2026-04-14T18:21:10.266" v="4908" actId="20577"/>
      <pc:docMkLst>
        <pc:docMk/>
      </pc:docMkLst>
      <pc:sldChg chg="addSp modSp mod modCm">
        <pc:chgData name="Zaragoza, Cecilia" userId="ba79d74b-ac7e-4e1f-8231-f254b0908332" providerId="ADAL" clId="{15F7A57B-C523-5B4C-9877-9D60F2D945A7}" dt="2026-04-07T20:43:02.418" v="1834" actId="20577"/>
        <pc:sldMkLst>
          <pc:docMk/>
          <pc:sldMk cId="0" sldId="256"/>
        </pc:sldMkLst>
        <pc:spChg chg="mod">
          <ac:chgData name="Zaragoza, Cecilia" userId="ba79d74b-ac7e-4e1f-8231-f254b0908332" providerId="ADAL" clId="{15F7A57B-C523-5B4C-9877-9D60F2D945A7}" dt="2026-04-07T17:18:25.244" v="1652" actId="20577"/>
          <ac:spMkLst>
            <pc:docMk/>
            <pc:sldMk cId="0" sldId="256"/>
            <ac:spMk id="54" creationId="{00000000-0000-0000-0000-000000000000}"/>
          </ac:spMkLst>
        </pc:spChg>
        <pc:spChg chg="mod">
          <ac:chgData name="Zaragoza, Cecilia" userId="ba79d74b-ac7e-4e1f-8231-f254b0908332" providerId="ADAL" clId="{15F7A57B-C523-5B4C-9877-9D60F2D945A7}" dt="2026-04-07T16:29:48.927" v="39" actId="20577"/>
          <ac:spMkLst>
            <pc:docMk/>
            <pc:sldMk cId="0" sldId="256"/>
            <ac:spMk id="55" creationId="{00000000-0000-0000-0000-000000000000}"/>
          </ac:spMkLst>
        </pc:spChg>
        <pc:spChg chg="mod">
          <ac:chgData name="Zaragoza, Cecilia" userId="ba79d74b-ac7e-4e1f-8231-f254b0908332" providerId="ADAL" clId="{15F7A57B-C523-5B4C-9877-9D60F2D945A7}" dt="2026-04-07T20:43:02.418" v="1834" actId="20577"/>
          <ac:spMkLst>
            <pc:docMk/>
            <pc:sldMk cId="0" sldId="256"/>
            <ac:spMk id="56" creationId="{00000000-0000-0000-0000-000000000000}"/>
          </ac:spMkLst>
        </pc:spChg>
        <pc:cxnChg chg="mod">
          <ac:chgData name="Zaragoza, Cecilia" userId="ba79d74b-ac7e-4e1f-8231-f254b0908332" providerId="ADAL" clId="{15F7A57B-C523-5B4C-9877-9D60F2D945A7}" dt="2026-04-07T17:18:59.782" v="1653" actId="14100"/>
          <ac:cxnSpMkLst>
            <pc:docMk/>
            <pc:sldMk cId="0" sldId="256"/>
            <ac:cxnSpMk id="57" creationId="{00000000-0000-0000-0000-000000000000}"/>
          </ac:cxnSpMkLst>
        </pc:cxnChg>
        <pc:extLst>
          <p:ext xmlns:p="http://schemas.openxmlformats.org/presentationml/2006/main" uri="{D6D511B9-2390-475A-947B-AFAB55BFBCF1}">
            <pc226:cmChg xmlns:pc226="http://schemas.microsoft.com/office/powerpoint/2022/06/main/command" chg="mod">
              <pc226:chgData name="Zaragoza, Cecilia" userId="ba79d74b-ac7e-4e1f-8231-f254b0908332" providerId="ADAL" clId="{15F7A57B-C523-5B4C-9877-9D60F2D945A7}" dt="2026-04-07T20:43:02.418" v="1834" actId="20577"/>
              <pc2:cmMkLst xmlns:pc2="http://schemas.microsoft.com/office/powerpoint/2019/9/main/command">
                <pc:docMk/>
                <pc:sldMk cId="0" sldId="256"/>
                <pc2:cmMk id="{077D0391-4433-44E9-BE0D-E710597EF7E7}"/>
              </pc2:cmMkLst>
            </pc226:cmChg>
            <pc226:cmChg xmlns:pc226="http://schemas.microsoft.com/office/powerpoint/2022/06/main/command" chg="mod">
              <pc226:chgData name="Zaragoza, Cecilia" userId="ba79d74b-ac7e-4e1f-8231-f254b0908332" providerId="ADAL" clId="{15F7A57B-C523-5B4C-9877-9D60F2D945A7}" dt="2026-04-07T16:31:37.996" v="211" actId="20577"/>
              <pc2:cmMkLst xmlns:pc2="http://schemas.microsoft.com/office/powerpoint/2019/9/main/command">
                <pc:docMk/>
                <pc:sldMk cId="0" sldId="256"/>
                <pc2:cmMk id="{14587BAD-5A80-48F3-A8E4-E52BF8D18B97}"/>
              </pc2:cmMkLst>
            </pc226:cmChg>
            <pc226:cmChg xmlns:pc226="http://schemas.microsoft.com/office/powerpoint/2022/06/main/command" chg="mod">
              <pc226:chgData name="Zaragoza, Cecilia" userId="ba79d74b-ac7e-4e1f-8231-f254b0908332" providerId="ADAL" clId="{15F7A57B-C523-5B4C-9877-9D60F2D945A7}" dt="2026-04-07T16:29:37.916" v="35" actId="20577"/>
              <pc2:cmMkLst xmlns:pc2="http://schemas.microsoft.com/office/powerpoint/2019/9/main/command">
                <pc:docMk/>
                <pc:sldMk cId="0" sldId="256"/>
                <pc2:cmMk id="{E34E74B1-0A97-4E6B-8DB3-DB18D8E54DB3}"/>
              </pc2:cmMkLst>
            </pc226:cmChg>
            <pc226:cmChg xmlns:pc226="http://schemas.microsoft.com/office/powerpoint/2022/06/main/command" chg="mod">
              <pc226:chgData name="Zaragoza, Cecilia" userId="ba79d74b-ac7e-4e1f-8231-f254b0908332" providerId="ADAL" clId="{15F7A57B-C523-5B4C-9877-9D60F2D945A7}" dt="2026-04-07T16:29:48.927" v="39" actId="20577"/>
              <pc2:cmMkLst xmlns:pc2="http://schemas.microsoft.com/office/powerpoint/2019/9/main/command">
                <pc:docMk/>
                <pc:sldMk cId="0" sldId="256"/>
                <pc2:cmMk id="{0EB4B5FD-DBD7-401D-981F-12688FACBB4E}"/>
              </pc2:cmMkLst>
            </pc226:cmChg>
          </p:ext>
        </pc:extLst>
      </pc:sldChg>
      <pc:sldChg chg="modNotesTx">
        <pc:chgData name="Zaragoza, Cecilia" userId="ba79d74b-ac7e-4e1f-8231-f254b0908332" providerId="ADAL" clId="{15F7A57B-C523-5B4C-9877-9D60F2D945A7}" dt="2026-04-09T15:07:42.349" v="2501" actId="20577"/>
        <pc:sldMkLst>
          <pc:docMk/>
          <pc:sldMk cId="0" sldId="258"/>
        </pc:sldMkLst>
      </pc:sldChg>
      <pc:sldChg chg="addSp delSp modSp add mod">
        <pc:chgData name="Zaragoza, Cecilia" userId="ba79d74b-ac7e-4e1f-8231-f254b0908332" providerId="ADAL" clId="{15F7A57B-C523-5B4C-9877-9D60F2D945A7}" dt="2026-04-09T15:13:56.805" v="2526" actId="1582"/>
        <pc:sldMkLst>
          <pc:docMk/>
          <pc:sldMk cId="0" sldId="268"/>
        </pc:sldMkLst>
        <pc:spChg chg="mod">
          <ac:chgData name="Zaragoza, Cecilia" userId="ba79d74b-ac7e-4e1f-8231-f254b0908332" providerId="ADAL" clId="{15F7A57B-C523-5B4C-9877-9D60F2D945A7}" dt="2026-04-07T17:08:05.348" v="1351" actId="1076"/>
          <ac:spMkLst>
            <pc:docMk/>
            <pc:sldMk cId="0" sldId="268"/>
            <ac:spMk id="2" creationId="{00000000-0000-0000-0000-000000000000}"/>
          </ac:spMkLst>
        </pc:spChg>
        <pc:spChg chg="add mod">
          <ac:chgData name="Zaragoza, Cecilia" userId="ba79d74b-ac7e-4e1f-8231-f254b0908332" providerId="ADAL" clId="{15F7A57B-C523-5B4C-9877-9D60F2D945A7}" dt="2026-04-09T15:13:56.805" v="2526" actId="1582"/>
          <ac:spMkLst>
            <pc:docMk/>
            <pc:sldMk cId="0" sldId="268"/>
            <ac:spMk id="9" creationId="{116956BE-94F1-8A3B-2B38-284CFEA3B660}"/>
          </ac:spMkLst>
        </pc:spChg>
        <pc:picChg chg="add mod">
          <ac:chgData name="Zaragoza, Cecilia" userId="ba79d74b-ac7e-4e1f-8231-f254b0908332" providerId="ADAL" clId="{15F7A57B-C523-5B4C-9877-9D60F2D945A7}" dt="2026-04-09T15:12:46.925" v="2520" actId="14100"/>
          <ac:picMkLst>
            <pc:docMk/>
            <pc:sldMk cId="0" sldId="268"/>
            <ac:picMk id="8" creationId="{78C7ED1C-601A-762C-F676-843ADB81024D}"/>
          </ac:picMkLst>
        </pc:picChg>
      </pc:sldChg>
      <pc:sldChg chg="addSp delSp modSp add mod">
        <pc:chgData name="Zaragoza, Cecilia" userId="ba79d74b-ac7e-4e1f-8231-f254b0908332" providerId="ADAL" clId="{15F7A57B-C523-5B4C-9877-9D60F2D945A7}" dt="2026-04-11T03:47:22.900" v="3776" actId="14100"/>
        <pc:sldMkLst>
          <pc:docMk/>
          <pc:sldMk cId="0" sldId="270"/>
        </pc:sldMkLst>
        <pc:spChg chg="mod">
          <ac:chgData name="Zaragoza, Cecilia" userId="ba79d74b-ac7e-4e1f-8231-f254b0908332" providerId="ADAL" clId="{15F7A57B-C523-5B4C-9877-9D60F2D945A7}" dt="2026-04-07T20:43:18.820" v="1835" actId="114"/>
          <ac:spMkLst>
            <pc:docMk/>
            <pc:sldMk cId="0" sldId="270"/>
            <ac:spMk id="2" creationId="{00000000-0000-0000-0000-000000000000}"/>
          </ac:spMkLst>
        </pc:spChg>
        <pc:spChg chg="add mod">
          <ac:chgData name="Zaragoza, Cecilia" userId="ba79d74b-ac7e-4e1f-8231-f254b0908332" providerId="ADAL" clId="{15F7A57B-C523-5B4C-9877-9D60F2D945A7}" dt="2026-04-11T03:47:22.900" v="3776" actId="14100"/>
          <ac:spMkLst>
            <pc:docMk/>
            <pc:sldMk cId="0" sldId="270"/>
            <ac:spMk id="8" creationId="{DE9A09F0-781F-8FCA-C432-320B467729F8}"/>
          </ac:spMkLst>
        </pc:spChg>
        <pc:picChg chg="add mod">
          <ac:chgData name="Zaragoza, Cecilia" userId="ba79d74b-ac7e-4e1f-8231-f254b0908332" providerId="ADAL" clId="{15F7A57B-C523-5B4C-9877-9D60F2D945A7}" dt="2026-04-11T03:47:03.908" v="3736" actId="14100"/>
          <ac:picMkLst>
            <pc:docMk/>
            <pc:sldMk cId="0" sldId="270"/>
            <ac:picMk id="6" creationId="{8225EFEF-F9F9-631A-0E22-60A14CE00065}"/>
          </ac:picMkLst>
        </pc:picChg>
      </pc:sldChg>
      <pc:sldChg chg="addSp delSp modSp add mod">
        <pc:chgData name="Zaragoza, Cecilia" userId="ba79d74b-ac7e-4e1f-8231-f254b0908332" providerId="ADAL" clId="{15F7A57B-C523-5B4C-9877-9D60F2D945A7}" dt="2026-04-11T03:46:50.956" v="3733" actId="478"/>
        <pc:sldMkLst>
          <pc:docMk/>
          <pc:sldMk cId="0" sldId="271"/>
        </pc:sldMkLst>
        <pc:spChg chg="mod">
          <ac:chgData name="Zaragoza, Cecilia" userId="ba79d74b-ac7e-4e1f-8231-f254b0908332" providerId="ADAL" clId="{15F7A57B-C523-5B4C-9877-9D60F2D945A7}" dt="2026-04-07T17:09:15.010" v="1376" actId="1035"/>
          <ac:spMkLst>
            <pc:docMk/>
            <pc:sldMk cId="0" sldId="271"/>
            <ac:spMk id="2" creationId="{00000000-0000-0000-0000-000000000000}"/>
          </ac:spMkLst>
        </pc:spChg>
        <pc:picChg chg="add mod">
          <ac:chgData name="Zaragoza, Cecilia" userId="ba79d74b-ac7e-4e1f-8231-f254b0908332" providerId="ADAL" clId="{15F7A57B-C523-5B4C-9877-9D60F2D945A7}" dt="2026-04-09T15:16:21.837" v="2547" actId="14100"/>
          <ac:picMkLst>
            <pc:docMk/>
            <pc:sldMk cId="0" sldId="271"/>
            <ac:picMk id="6" creationId="{D4C5C959-9BD5-972E-3224-9479033C0E3E}"/>
          </ac:picMkLst>
        </pc:picChg>
      </pc:sldChg>
      <pc:sldChg chg="addSp delSp modSp add mod">
        <pc:chgData name="Zaragoza, Cecilia" userId="ba79d74b-ac7e-4e1f-8231-f254b0908332" providerId="ADAL" clId="{15F7A57B-C523-5B4C-9877-9D60F2D945A7}" dt="2026-04-11T03:47:58.178" v="3777" actId="478"/>
        <pc:sldMkLst>
          <pc:docMk/>
          <pc:sldMk cId="0" sldId="272"/>
        </pc:sldMkLst>
        <pc:picChg chg="add mod">
          <ac:chgData name="Zaragoza, Cecilia" userId="ba79d74b-ac7e-4e1f-8231-f254b0908332" providerId="ADAL" clId="{15F7A57B-C523-5B4C-9877-9D60F2D945A7}" dt="2026-04-09T15:16:28.842" v="2548" actId="14100"/>
          <ac:picMkLst>
            <pc:docMk/>
            <pc:sldMk cId="0" sldId="272"/>
            <ac:picMk id="6" creationId="{48B0C558-C177-7D8C-9FB4-215512022CAA}"/>
          </ac:picMkLst>
        </pc:picChg>
      </pc:sldChg>
      <pc:sldChg chg="addSp delSp modSp mod modCm">
        <pc:chgData name="Zaragoza, Cecilia" userId="ba79d74b-ac7e-4e1f-8231-f254b0908332" providerId="ADAL" clId="{15F7A57B-C523-5B4C-9877-9D60F2D945A7}" dt="2026-04-14T18:21:10.266" v="4908" actId="20577"/>
        <pc:sldMkLst>
          <pc:docMk/>
          <pc:sldMk cId="0" sldId="281"/>
        </pc:sldMkLst>
        <pc:spChg chg="mod">
          <ac:chgData name="Zaragoza, Cecilia" userId="ba79d74b-ac7e-4e1f-8231-f254b0908332" providerId="ADAL" clId="{15F7A57B-C523-5B4C-9877-9D60F2D945A7}" dt="2026-04-14T18:21:10.266" v="4908" actId="20577"/>
          <ac:spMkLst>
            <pc:docMk/>
            <pc:sldMk cId="0" sldId="281"/>
            <ac:spMk id="294" creationId="{00000000-0000-0000-0000-000000000000}"/>
          </ac:spMkLst>
        </pc:spChg>
        <pc:picChg chg="add mod">
          <ac:chgData name="Zaragoza, Cecilia" userId="ba79d74b-ac7e-4e1f-8231-f254b0908332" providerId="ADAL" clId="{15F7A57B-C523-5B4C-9877-9D60F2D945A7}" dt="2026-04-07T20:46:55.059" v="1840" actId="14100"/>
          <ac:picMkLst>
            <pc:docMk/>
            <pc:sldMk cId="0" sldId="281"/>
            <ac:picMk id="3074" creationId="{C78A8FF1-0FD2-8D55-FD99-F53CCEEFC768}"/>
          </ac:picMkLst>
        </pc:picChg>
        <pc:extLst>
          <p:ext xmlns:p="http://schemas.openxmlformats.org/presentationml/2006/main" uri="{D6D511B9-2390-475A-947B-AFAB55BFBCF1}">
            <pc226:cmChg xmlns:pc226="http://schemas.microsoft.com/office/powerpoint/2022/06/main/command" chg="mod">
              <pc226:chgData name="Zaragoza, Cecilia" userId="ba79d74b-ac7e-4e1f-8231-f254b0908332" providerId="ADAL" clId="{15F7A57B-C523-5B4C-9877-9D60F2D945A7}" dt="2026-04-07T16:34:54.828" v="234" actId="20577"/>
              <pc2:cmMkLst xmlns:pc2="http://schemas.microsoft.com/office/powerpoint/2019/9/main/command">
                <pc:docMk/>
                <pc:sldMk cId="0" sldId="281"/>
                <pc2:cmMk id="{863D2CAB-1FB7-4028-99C7-F48A5E81E148}"/>
              </pc2:cmMkLst>
            </pc226:cmChg>
            <pc226:cmChg xmlns:pc226="http://schemas.microsoft.com/office/powerpoint/2022/06/main/command" chg="mod">
              <pc226:chgData name="Zaragoza, Cecilia" userId="ba79d74b-ac7e-4e1f-8231-f254b0908332" providerId="ADAL" clId="{15F7A57B-C523-5B4C-9877-9D60F2D945A7}" dt="2026-04-14T18:21:10.266" v="4908" actId="20577"/>
              <pc2:cmMkLst xmlns:pc2="http://schemas.microsoft.com/office/powerpoint/2019/9/main/command">
                <pc:docMk/>
                <pc:sldMk cId="0" sldId="281"/>
                <pc2:cmMk id="{6A2F7CB2-E207-477C-A39A-759D6A14E8BC}"/>
              </pc2:cmMkLst>
            </pc226:cmChg>
          </p:ext>
        </pc:extLst>
      </pc:sldChg>
      <pc:sldChg chg="addSp delSp modSp mod modNotesTx">
        <pc:chgData name="Zaragoza, Cecilia" userId="ba79d74b-ac7e-4e1f-8231-f254b0908332" providerId="ADAL" clId="{15F7A57B-C523-5B4C-9877-9D60F2D945A7}" dt="2026-04-09T14:50:50.522" v="2103" actId="20577"/>
        <pc:sldMkLst>
          <pc:docMk/>
          <pc:sldMk cId="510992139" sldId="600"/>
        </pc:sldMkLst>
        <pc:spChg chg="mod">
          <ac:chgData name="Zaragoza, Cecilia" userId="ba79d74b-ac7e-4e1f-8231-f254b0908332" providerId="ADAL" clId="{15F7A57B-C523-5B4C-9877-9D60F2D945A7}" dt="2026-04-07T16:55:02.339" v="1064" actId="1076"/>
          <ac:spMkLst>
            <pc:docMk/>
            <pc:sldMk cId="510992139" sldId="600"/>
            <ac:spMk id="2" creationId="{AEC869DA-B307-216E-F3FA-69641F55F356}"/>
          </ac:spMkLst>
        </pc:spChg>
        <pc:spChg chg="add mod">
          <ac:chgData name="Zaragoza, Cecilia" userId="ba79d74b-ac7e-4e1f-8231-f254b0908332" providerId="ADAL" clId="{15F7A57B-C523-5B4C-9877-9D60F2D945A7}" dt="2026-04-07T16:55:11.858" v="1066" actId="1076"/>
          <ac:spMkLst>
            <pc:docMk/>
            <pc:sldMk cId="510992139" sldId="600"/>
            <ac:spMk id="3" creationId="{29528B09-D529-267C-2689-5A9F8AB10C2B}"/>
          </ac:spMkLst>
        </pc:spChg>
        <pc:spChg chg="mod">
          <ac:chgData name="Zaragoza, Cecilia" userId="ba79d74b-ac7e-4e1f-8231-f254b0908332" providerId="ADAL" clId="{15F7A57B-C523-5B4C-9877-9D60F2D945A7}" dt="2026-04-07T16:53:41.104" v="1045" actId="20577"/>
          <ac:spMkLst>
            <pc:docMk/>
            <pc:sldMk cId="510992139" sldId="600"/>
            <ac:spMk id="97" creationId="{9127F714-9623-52C7-82D8-0F9E3F47D082}"/>
          </ac:spMkLst>
        </pc:spChg>
        <pc:picChg chg="mod">
          <ac:chgData name="Zaragoza, Cecilia" userId="ba79d74b-ac7e-4e1f-8231-f254b0908332" providerId="ADAL" clId="{15F7A57B-C523-5B4C-9877-9D60F2D945A7}" dt="2026-04-07T16:54:49.410" v="1061" actId="1076"/>
          <ac:picMkLst>
            <pc:docMk/>
            <pc:sldMk cId="510992139" sldId="600"/>
            <ac:picMk id="101" creationId="{BEFDBD2E-419E-463C-3E64-352695E0BEFB}"/>
          </ac:picMkLst>
        </pc:picChg>
      </pc:sldChg>
      <pc:sldChg chg="addSp modSp mod">
        <pc:chgData name="Zaragoza, Cecilia" userId="ba79d74b-ac7e-4e1f-8231-f254b0908332" providerId="ADAL" clId="{15F7A57B-C523-5B4C-9877-9D60F2D945A7}" dt="2026-04-09T15:51:43.577" v="3662" actId="14100"/>
        <pc:sldMkLst>
          <pc:docMk/>
          <pc:sldMk cId="3592095551" sldId="708"/>
        </pc:sldMkLst>
        <pc:spChg chg="add mod">
          <ac:chgData name="Zaragoza, Cecilia" userId="ba79d74b-ac7e-4e1f-8231-f254b0908332" providerId="ADAL" clId="{15F7A57B-C523-5B4C-9877-9D60F2D945A7}" dt="2026-04-09T15:51:43.577" v="3662" actId="14100"/>
          <ac:spMkLst>
            <pc:docMk/>
            <pc:sldMk cId="3592095551" sldId="708"/>
            <ac:spMk id="2" creationId="{20FF6C73-EC98-59E1-9F7A-C15D4CC1B095}"/>
          </ac:spMkLst>
        </pc:spChg>
        <pc:spChg chg="mod">
          <ac:chgData name="Zaragoza, Cecilia" userId="ba79d74b-ac7e-4e1f-8231-f254b0908332" providerId="ADAL" clId="{15F7A57B-C523-5B4C-9877-9D60F2D945A7}" dt="2026-04-09T15:06:51.287" v="2444" actId="1076"/>
          <ac:spMkLst>
            <pc:docMk/>
            <pc:sldMk cId="3592095551" sldId="708"/>
            <ac:spMk id="8" creationId="{08AEFF47-E7D6-DB6A-4800-BC84A5FBD0C3}"/>
          </ac:spMkLst>
        </pc:spChg>
        <pc:picChg chg="mod modCrop">
          <ac:chgData name="Zaragoza, Cecilia" userId="ba79d74b-ac7e-4e1f-8231-f254b0908332" providerId="ADAL" clId="{15F7A57B-C523-5B4C-9877-9D60F2D945A7}" dt="2026-04-09T14:54:42.058" v="2116" actId="732"/>
          <ac:picMkLst>
            <pc:docMk/>
            <pc:sldMk cId="3592095551" sldId="708"/>
            <ac:picMk id="7" creationId="{EA28F3DB-AEAB-2429-F159-97FC84C9F8B2}"/>
          </ac:picMkLst>
        </pc:picChg>
      </pc:sldChg>
      <pc:sldChg chg="modSp mod">
        <pc:chgData name="Zaragoza, Cecilia" userId="ba79d74b-ac7e-4e1f-8231-f254b0908332" providerId="ADAL" clId="{15F7A57B-C523-5B4C-9877-9D60F2D945A7}" dt="2026-04-09T14:15:53.176" v="1943" actId="255"/>
        <pc:sldMkLst>
          <pc:docMk/>
          <pc:sldMk cId="3278846309" sldId="713"/>
        </pc:sldMkLst>
        <pc:spChg chg="mod">
          <ac:chgData name="Zaragoza, Cecilia" userId="ba79d74b-ac7e-4e1f-8231-f254b0908332" providerId="ADAL" clId="{15F7A57B-C523-5B4C-9877-9D60F2D945A7}" dt="2026-04-09T14:15:53.176" v="1943" actId="255"/>
          <ac:spMkLst>
            <pc:docMk/>
            <pc:sldMk cId="3278846309" sldId="713"/>
            <ac:spMk id="3" creationId="{F7C0137B-D853-C3BA-BCC9-D8CCE934309E}"/>
          </ac:spMkLst>
        </pc:spChg>
      </pc:sldChg>
      <pc:sldChg chg="addSp modSp mod modCm">
        <pc:chgData name="Zaragoza, Cecilia" userId="ba79d74b-ac7e-4e1f-8231-f254b0908332" providerId="ADAL" clId="{15F7A57B-C523-5B4C-9877-9D60F2D945A7}" dt="2026-04-11T14:21:36.594" v="4885"/>
        <pc:sldMkLst>
          <pc:docMk/>
          <pc:sldMk cId="1586201180" sldId="720"/>
        </pc:sldMkLst>
        <pc:spChg chg="mod">
          <ac:chgData name="Zaragoza, Cecilia" userId="ba79d74b-ac7e-4e1f-8231-f254b0908332" providerId="ADAL" clId="{15F7A57B-C523-5B4C-9877-9D60F2D945A7}" dt="2026-04-11T14:21:36.594" v="4885"/>
          <ac:spMkLst>
            <pc:docMk/>
            <pc:sldMk cId="1586201180" sldId="720"/>
            <ac:spMk id="3" creationId="{228BC5C5-2DDD-89A7-4CEA-14F1FB5AAA72}"/>
          </ac:spMkLst>
        </pc:spChg>
        <pc:extLst>
          <p:ext xmlns:p="http://schemas.openxmlformats.org/presentationml/2006/main" uri="{D6D511B9-2390-475A-947B-AFAB55BFBCF1}">
            <pc226:cmChg xmlns:pc226="http://schemas.microsoft.com/office/powerpoint/2022/06/main/command" chg="mod">
              <pc226:chgData name="Zaragoza, Cecilia" userId="ba79d74b-ac7e-4e1f-8231-f254b0908332" providerId="ADAL" clId="{15F7A57B-C523-5B4C-9877-9D60F2D945A7}" dt="2026-04-07T17:15:29.669" v="1631" actId="20577"/>
              <pc2:cmMkLst xmlns:pc2="http://schemas.microsoft.com/office/powerpoint/2019/9/main/command">
                <pc:docMk/>
                <pc:sldMk cId="1586201180" sldId="720"/>
                <pc2:cmMk id="{88F47C05-7B5C-4427-B56A-F5A68EF2DE38}"/>
              </pc2:cmMkLst>
            </pc226:cmChg>
            <pc226:cmChg xmlns:pc226="http://schemas.microsoft.com/office/powerpoint/2022/06/main/command" chg="mod">
              <pc226:chgData name="Zaragoza, Cecilia" userId="ba79d74b-ac7e-4e1f-8231-f254b0908332" providerId="ADAL" clId="{15F7A57B-C523-5B4C-9877-9D60F2D945A7}" dt="2026-04-07T17:15:29.669" v="1631" actId="20577"/>
              <pc2:cmMkLst xmlns:pc2="http://schemas.microsoft.com/office/powerpoint/2019/9/main/command">
                <pc:docMk/>
                <pc:sldMk cId="1586201180" sldId="720"/>
                <pc2:cmMk id="{893FEF06-F90E-4ED4-A885-C19EE4C83982}"/>
              </pc2:cmMkLst>
            </pc226:cmChg>
            <pc226:cmChg xmlns:pc226="http://schemas.microsoft.com/office/powerpoint/2022/06/main/command" chg="mod">
              <pc226:chgData name="Zaragoza, Cecilia" userId="ba79d74b-ac7e-4e1f-8231-f254b0908332" providerId="ADAL" clId="{15F7A57B-C523-5B4C-9877-9D60F2D945A7}" dt="2026-04-07T17:15:29.669" v="1631" actId="20577"/>
              <pc2:cmMkLst xmlns:pc2="http://schemas.microsoft.com/office/powerpoint/2019/9/main/command">
                <pc:docMk/>
                <pc:sldMk cId="1586201180" sldId="720"/>
                <pc2:cmMk id="{602B7A25-8869-4F20-8A96-651B2FFFA755}"/>
              </pc2:cmMkLst>
            </pc226:cmChg>
            <pc226:cmChg xmlns:pc226="http://schemas.microsoft.com/office/powerpoint/2022/06/main/command" chg="mod">
              <pc226:chgData name="Zaragoza, Cecilia" userId="ba79d74b-ac7e-4e1f-8231-f254b0908332" providerId="ADAL" clId="{15F7A57B-C523-5B4C-9877-9D60F2D945A7}" dt="2026-04-09T14:47:05.673" v="2086" actId="20577"/>
              <pc2:cmMkLst xmlns:pc2="http://schemas.microsoft.com/office/powerpoint/2019/9/main/command">
                <pc:docMk/>
                <pc:sldMk cId="1586201180" sldId="720"/>
                <pc2:cmMk id="{C935F827-410C-4DDE-BDAC-094AB9138D10}"/>
              </pc2:cmMkLst>
            </pc226:cmChg>
            <pc226:cmChg xmlns:pc226="http://schemas.microsoft.com/office/powerpoint/2022/06/main/command" chg="mod">
              <pc226:chgData name="Zaragoza, Cecilia" userId="ba79d74b-ac7e-4e1f-8231-f254b0908332" providerId="ADAL" clId="{15F7A57B-C523-5B4C-9877-9D60F2D945A7}" dt="2026-04-09T14:47:11.046" v="2087" actId="20577"/>
              <pc2:cmMkLst xmlns:pc2="http://schemas.microsoft.com/office/powerpoint/2019/9/main/command">
                <pc:docMk/>
                <pc:sldMk cId="1586201180" sldId="720"/>
                <pc2:cmMk id="{51CA0F7C-EBE0-499B-B8ED-B005A46FD04F}"/>
              </pc2:cmMkLst>
            </pc226:cmChg>
            <pc226:cmChg xmlns:pc226="http://schemas.microsoft.com/office/powerpoint/2022/06/main/command" chg="mod">
              <pc226:chgData name="Zaragoza, Cecilia" userId="ba79d74b-ac7e-4e1f-8231-f254b0908332" providerId="ADAL" clId="{15F7A57B-C523-5B4C-9877-9D60F2D945A7}" dt="2026-04-07T17:15:29.669" v="1631" actId="20577"/>
              <pc2:cmMkLst xmlns:pc2="http://schemas.microsoft.com/office/powerpoint/2019/9/main/command">
                <pc:docMk/>
                <pc:sldMk cId="1586201180" sldId="720"/>
                <pc2:cmMk id="{C6DA8284-4282-4AC7-94DB-9B1322B66E46}"/>
              </pc2:cmMkLst>
            </pc226:cmChg>
            <pc226:cmChg xmlns:pc226="http://schemas.microsoft.com/office/powerpoint/2022/06/main/command" chg="mod">
              <pc226:chgData name="Zaragoza, Cecilia" userId="ba79d74b-ac7e-4e1f-8231-f254b0908332" providerId="ADAL" clId="{15F7A57B-C523-5B4C-9877-9D60F2D945A7}" dt="2026-04-09T14:47:11.046" v="2087" actId="20577"/>
              <pc2:cmMkLst xmlns:pc2="http://schemas.microsoft.com/office/powerpoint/2019/9/main/command">
                <pc:docMk/>
                <pc:sldMk cId="1586201180" sldId="720"/>
                <pc2:cmMk id="{EB2177C6-983B-4E02-BA91-39FA8E4DC1AA}"/>
              </pc2:cmMkLst>
            </pc226:cmChg>
            <pc226:cmChg xmlns:pc226="http://schemas.microsoft.com/office/powerpoint/2022/06/main/command" chg="mod">
              <pc226:chgData name="Zaragoza, Cecilia" userId="ba79d74b-ac7e-4e1f-8231-f254b0908332" providerId="ADAL" clId="{15F7A57B-C523-5B4C-9877-9D60F2D945A7}" dt="2026-04-07T17:15:29.669" v="1631" actId="20577"/>
              <pc2:cmMkLst xmlns:pc2="http://schemas.microsoft.com/office/powerpoint/2019/9/main/command">
                <pc:docMk/>
                <pc:sldMk cId="1586201180" sldId="720"/>
                <pc2:cmMk id="{6F439AF5-2985-48E6-A027-8A00612F2716}"/>
              </pc2:cmMkLst>
            </pc226:cmChg>
          </p:ext>
        </pc:extLst>
      </pc:sldChg>
      <pc:sldChg chg="modSp mod ord modCm">
        <pc:chgData name="Zaragoza, Cecilia" userId="ba79d74b-ac7e-4e1f-8231-f254b0908332" providerId="ADAL" clId="{15F7A57B-C523-5B4C-9877-9D60F2D945A7}" dt="2026-04-11T04:29:55.044" v="4414" actId="20577"/>
        <pc:sldMkLst>
          <pc:docMk/>
          <pc:sldMk cId="1464786366" sldId="753"/>
        </pc:sldMkLst>
        <pc:spChg chg="mod">
          <ac:chgData name="Zaragoza, Cecilia" userId="ba79d74b-ac7e-4e1f-8231-f254b0908332" providerId="ADAL" clId="{15F7A57B-C523-5B4C-9877-9D60F2D945A7}" dt="2026-04-11T04:21:36.107" v="3834" actId="1076"/>
          <ac:spMkLst>
            <pc:docMk/>
            <pc:sldMk cId="1464786366" sldId="753"/>
            <ac:spMk id="4" creationId="{E77873EB-F092-FD4E-F2A0-6DBB5BB77F3C}"/>
          </ac:spMkLst>
        </pc:spChg>
        <pc:spChg chg="mod">
          <ac:chgData name="Zaragoza, Cecilia" userId="ba79d74b-ac7e-4e1f-8231-f254b0908332" providerId="ADAL" clId="{15F7A57B-C523-5B4C-9877-9D60F2D945A7}" dt="2026-04-11T04:21:40.030" v="3835" actId="1076"/>
          <ac:spMkLst>
            <pc:docMk/>
            <pc:sldMk cId="1464786366" sldId="753"/>
            <ac:spMk id="23" creationId="{AF9A8F80-D1B2-C85F-9D20-25BDDD16A6EB}"/>
          </ac:spMkLst>
        </pc:spChg>
        <pc:spChg chg="mod">
          <ac:chgData name="Zaragoza, Cecilia" userId="ba79d74b-ac7e-4e1f-8231-f254b0908332" providerId="ADAL" clId="{15F7A57B-C523-5B4C-9877-9D60F2D945A7}" dt="2026-04-11T04:21:45.074" v="3837" actId="1076"/>
          <ac:spMkLst>
            <pc:docMk/>
            <pc:sldMk cId="1464786366" sldId="753"/>
            <ac:spMk id="24" creationId="{E27E19DC-E7B5-473A-649D-BF7BF2465254}"/>
          </ac:spMkLst>
        </pc:spChg>
        <pc:spChg chg="mod">
          <ac:chgData name="Zaragoza, Cecilia" userId="ba79d74b-ac7e-4e1f-8231-f254b0908332" providerId="ADAL" clId="{15F7A57B-C523-5B4C-9877-9D60F2D945A7}" dt="2026-04-11T04:21:42.263" v="3836" actId="1076"/>
          <ac:spMkLst>
            <pc:docMk/>
            <pc:sldMk cId="1464786366" sldId="753"/>
            <ac:spMk id="25" creationId="{246C71EB-8A4E-26F6-31AE-325FF5CA10E8}"/>
          </ac:spMkLst>
        </pc:spChg>
        <pc:grpChg chg="mod">
          <ac:chgData name="Zaragoza, Cecilia" userId="ba79d74b-ac7e-4e1f-8231-f254b0908332" providerId="ADAL" clId="{15F7A57B-C523-5B4C-9877-9D60F2D945A7}" dt="2026-04-11T04:21:51.907" v="3841" actId="1036"/>
          <ac:grpSpMkLst>
            <pc:docMk/>
            <pc:sldMk cId="1464786366" sldId="753"/>
            <ac:grpSpMk id="16" creationId="{0C619FDB-FB99-0E2A-0D0C-FC71B5063294}"/>
          </ac:grpSpMkLst>
        </pc:grpChg>
        <pc:grpChg chg="mod">
          <ac:chgData name="Zaragoza, Cecilia" userId="ba79d74b-ac7e-4e1f-8231-f254b0908332" providerId="ADAL" clId="{15F7A57B-C523-5B4C-9877-9D60F2D945A7}" dt="2026-04-11T04:21:55.237" v="3846" actId="1036"/>
          <ac:grpSpMkLst>
            <pc:docMk/>
            <pc:sldMk cId="1464786366" sldId="753"/>
            <ac:grpSpMk id="18" creationId="{AFD08421-86D9-9D35-D2D9-112C1164D72E}"/>
          </ac:grpSpMkLst>
        </pc:grpChg>
        <pc:graphicFrameChg chg="mod modGraphic">
          <ac:chgData name="Zaragoza, Cecilia" userId="ba79d74b-ac7e-4e1f-8231-f254b0908332" providerId="ADAL" clId="{15F7A57B-C523-5B4C-9877-9D60F2D945A7}" dt="2026-04-11T04:29:55.044" v="4414" actId="20577"/>
          <ac:graphicFrameMkLst>
            <pc:docMk/>
            <pc:sldMk cId="1464786366" sldId="753"/>
            <ac:graphicFrameMk id="10" creationId="{0AADA06A-14AF-0663-EDD6-2CC0BF48CE16}"/>
          </ac:graphicFrameMkLst>
        </pc:graphicFrameChg>
        <pc:picChg chg="mod">
          <ac:chgData name="Zaragoza, Cecilia" userId="ba79d74b-ac7e-4e1f-8231-f254b0908332" providerId="ADAL" clId="{15F7A57B-C523-5B4C-9877-9D60F2D945A7}" dt="2026-04-11T04:24:01.360" v="3959" actId="1037"/>
          <ac:picMkLst>
            <pc:docMk/>
            <pc:sldMk cId="1464786366" sldId="753"/>
            <ac:picMk id="3" creationId="{9440B2E2-95F3-B443-C92C-9F2C7F37B01A}"/>
          </ac:picMkLst>
        </pc:picChg>
        <pc:picChg chg="mod">
          <ac:chgData name="Zaragoza, Cecilia" userId="ba79d74b-ac7e-4e1f-8231-f254b0908332" providerId="ADAL" clId="{15F7A57B-C523-5B4C-9877-9D60F2D945A7}" dt="2026-04-11T04:19:57.444" v="3827" actId="1035"/>
          <ac:picMkLst>
            <pc:docMk/>
            <pc:sldMk cId="1464786366" sldId="753"/>
            <ac:picMk id="5" creationId="{7F167996-5293-1A8B-699E-548FAADBA943}"/>
          </ac:picMkLst>
        </pc:picChg>
        <pc:picChg chg="mod">
          <ac:chgData name="Zaragoza, Cecilia" userId="ba79d74b-ac7e-4e1f-8231-f254b0908332" providerId="ADAL" clId="{15F7A57B-C523-5B4C-9877-9D60F2D945A7}" dt="2026-04-11T04:19:57.444" v="3827" actId="1035"/>
          <ac:picMkLst>
            <pc:docMk/>
            <pc:sldMk cId="1464786366" sldId="753"/>
            <ac:picMk id="7" creationId="{2DE38191-86EA-DCD8-68C2-410D9A80FC1D}"/>
          </ac:picMkLst>
        </pc:picChg>
        <pc:picChg chg="mod">
          <ac:chgData name="Zaragoza, Cecilia" userId="ba79d74b-ac7e-4e1f-8231-f254b0908332" providerId="ADAL" clId="{15F7A57B-C523-5B4C-9877-9D60F2D945A7}" dt="2026-04-11T04:24:04.354" v="3962" actId="1037"/>
          <ac:picMkLst>
            <pc:docMk/>
            <pc:sldMk cId="1464786366" sldId="753"/>
            <ac:picMk id="11" creationId="{1FFC834E-0A4B-D68E-8E30-5C3695B9A4EE}"/>
          </ac:picMkLst>
        </pc:picChg>
        <pc:picChg chg="mod">
          <ac:chgData name="Zaragoza, Cecilia" userId="ba79d74b-ac7e-4e1f-8231-f254b0908332" providerId="ADAL" clId="{15F7A57B-C523-5B4C-9877-9D60F2D945A7}" dt="2026-04-11T04:19:57.444" v="3827" actId="1035"/>
          <ac:picMkLst>
            <pc:docMk/>
            <pc:sldMk cId="1464786366" sldId="753"/>
            <ac:picMk id="12" creationId="{F60186E5-2A6E-4960-52A6-47A0F946628C}"/>
          </ac:picMkLst>
        </pc:picChg>
        <pc:picChg chg="mod">
          <ac:chgData name="Zaragoza, Cecilia" userId="ba79d74b-ac7e-4e1f-8231-f254b0908332" providerId="ADAL" clId="{15F7A57B-C523-5B4C-9877-9D60F2D945A7}" dt="2026-04-11T04:24:06.882" v="3967" actId="1037"/>
          <ac:picMkLst>
            <pc:docMk/>
            <pc:sldMk cId="1464786366" sldId="753"/>
            <ac:picMk id="13" creationId="{6FED39A3-2148-E7E0-CD38-D879D133DF39}"/>
          </ac:picMkLst>
        </pc:picChg>
        <pc:picChg chg="mod">
          <ac:chgData name="Zaragoza, Cecilia" userId="ba79d74b-ac7e-4e1f-8231-f254b0908332" providerId="ADAL" clId="{15F7A57B-C523-5B4C-9877-9D60F2D945A7}" dt="2026-04-11T04:21:51.907" v="3841" actId="1036"/>
          <ac:picMkLst>
            <pc:docMk/>
            <pc:sldMk cId="1464786366" sldId="753"/>
            <ac:picMk id="14" creationId="{36860AAA-D90F-4021-895A-E1618632D3A2}"/>
          </ac:picMkLst>
        </pc:picChg>
        <pc:picChg chg="mod">
          <ac:chgData name="Zaragoza, Cecilia" userId="ba79d74b-ac7e-4e1f-8231-f254b0908332" providerId="ADAL" clId="{15F7A57B-C523-5B4C-9877-9D60F2D945A7}" dt="2026-04-09T15:29:19.641" v="3202" actId="1035"/>
          <ac:picMkLst>
            <pc:docMk/>
            <pc:sldMk cId="1464786366" sldId="753"/>
            <ac:picMk id="15" creationId="{391065C3-DF54-DEC1-7AF9-593A6E3D52CB}"/>
          </ac:picMkLst>
        </pc:picChg>
        <pc:picChg chg="mod">
          <ac:chgData name="Zaragoza, Cecilia" userId="ba79d74b-ac7e-4e1f-8231-f254b0908332" providerId="ADAL" clId="{15F7A57B-C523-5B4C-9877-9D60F2D945A7}" dt="2026-04-11T04:20:01.329" v="3833" actId="1036"/>
          <ac:picMkLst>
            <pc:docMk/>
            <pc:sldMk cId="1464786366" sldId="753"/>
            <ac:picMk id="17" creationId="{1D34CA04-96D4-A60C-AC01-2BB8CA346965}"/>
          </ac:picMkLst>
        </pc:picChg>
        <pc:picChg chg="mod">
          <ac:chgData name="Zaragoza, Cecilia" userId="ba79d74b-ac7e-4e1f-8231-f254b0908332" providerId="ADAL" clId="{15F7A57B-C523-5B4C-9877-9D60F2D945A7}" dt="2026-04-11T04:21:55.237" v="3846" actId="1036"/>
          <ac:picMkLst>
            <pc:docMk/>
            <pc:sldMk cId="1464786366" sldId="753"/>
            <ac:picMk id="19" creationId="{DF19D02B-3F30-4D4D-BFC7-ED18E0D8D59D}"/>
          </ac:picMkLst>
        </pc:picChg>
        <pc:picChg chg="mod">
          <ac:chgData name="Zaragoza, Cecilia" userId="ba79d74b-ac7e-4e1f-8231-f254b0908332" providerId="ADAL" clId="{15F7A57B-C523-5B4C-9877-9D60F2D945A7}" dt="2026-04-11T04:21:55.237" v="3846" actId="1036"/>
          <ac:picMkLst>
            <pc:docMk/>
            <pc:sldMk cId="1464786366" sldId="753"/>
            <ac:picMk id="20" creationId="{0BB943E8-EEA5-B589-37D2-6A99CBED0C58}"/>
          </ac:picMkLst>
        </pc:picChg>
        <pc:picChg chg="mod">
          <ac:chgData name="Zaragoza, Cecilia" userId="ba79d74b-ac7e-4e1f-8231-f254b0908332" providerId="ADAL" clId="{15F7A57B-C523-5B4C-9877-9D60F2D945A7}" dt="2026-04-11T04:21:55.237" v="3846" actId="1036"/>
          <ac:picMkLst>
            <pc:docMk/>
            <pc:sldMk cId="1464786366" sldId="753"/>
            <ac:picMk id="21" creationId="{D7613977-9506-1509-D2EE-6BAAC6400FA5}"/>
          </ac:picMkLst>
        </pc:picChg>
        <pc:picChg chg="mod">
          <ac:chgData name="Zaragoza, Cecilia" userId="ba79d74b-ac7e-4e1f-8231-f254b0908332" providerId="ADAL" clId="{15F7A57B-C523-5B4C-9877-9D60F2D945A7}" dt="2026-04-11T04:22:01.621" v="3848" actId="1035"/>
          <ac:picMkLst>
            <pc:docMk/>
            <pc:sldMk cId="1464786366" sldId="753"/>
            <ac:picMk id="22" creationId="{AA0E13BA-EFFB-5D35-9F08-8A58F4FB2E78}"/>
          </ac:picMkLst>
        </pc:picChg>
        <pc:picChg chg="mod">
          <ac:chgData name="Zaragoza, Cecilia" userId="ba79d74b-ac7e-4e1f-8231-f254b0908332" providerId="ADAL" clId="{15F7A57B-C523-5B4C-9877-9D60F2D945A7}" dt="2026-04-11T04:21:55.237" v="3846" actId="1036"/>
          <ac:picMkLst>
            <pc:docMk/>
            <pc:sldMk cId="1464786366" sldId="753"/>
            <ac:picMk id="26" creationId="{1D5C9228-E370-28EF-5181-456106370B9A}"/>
          </ac:picMkLst>
        </pc:picChg>
        <pc:picChg chg="mod">
          <ac:chgData name="Zaragoza, Cecilia" userId="ba79d74b-ac7e-4e1f-8231-f254b0908332" providerId="ADAL" clId="{15F7A57B-C523-5B4C-9877-9D60F2D945A7}" dt="2026-04-09T15:29:19.641" v="3202" actId="1035"/>
          <ac:picMkLst>
            <pc:docMk/>
            <pc:sldMk cId="1464786366" sldId="753"/>
            <ac:picMk id="1026" creationId="{A9707DF8-9991-0D6E-EFDD-51886EF4D577}"/>
          </ac:picMkLst>
        </pc:picChg>
        <pc:picChg chg="mod">
          <ac:chgData name="Zaragoza, Cecilia" userId="ba79d74b-ac7e-4e1f-8231-f254b0908332" providerId="ADAL" clId="{15F7A57B-C523-5B4C-9877-9D60F2D945A7}" dt="2026-04-11T04:21:51.907" v="3841" actId="1036"/>
          <ac:picMkLst>
            <pc:docMk/>
            <pc:sldMk cId="1464786366" sldId="753"/>
            <ac:picMk id="1032" creationId="{3CF4F086-16E3-3D81-8966-524332B93CF8}"/>
          </ac:picMkLst>
        </pc:picChg>
        <pc:picChg chg="mod">
          <ac:chgData name="Zaragoza, Cecilia" userId="ba79d74b-ac7e-4e1f-8231-f254b0908332" providerId="ADAL" clId="{15F7A57B-C523-5B4C-9877-9D60F2D945A7}" dt="2026-04-11T04:21:51.907" v="3841" actId="1036"/>
          <ac:picMkLst>
            <pc:docMk/>
            <pc:sldMk cId="1464786366" sldId="753"/>
            <ac:picMk id="1034" creationId="{CDF260A3-A60D-C5AC-C8BA-DA99F7B5A1A9}"/>
          </ac:picMkLst>
        </pc:picChg>
        <pc:picChg chg="mod">
          <ac:chgData name="Zaragoza, Cecilia" userId="ba79d74b-ac7e-4e1f-8231-f254b0908332" providerId="ADAL" clId="{15F7A57B-C523-5B4C-9877-9D60F2D945A7}" dt="2026-04-11T04:21:51.907" v="3841" actId="1036"/>
          <ac:picMkLst>
            <pc:docMk/>
            <pc:sldMk cId="1464786366" sldId="753"/>
            <ac:picMk id="1036" creationId="{6CC40766-613B-5B75-F024-7EF480CAF640}"/>
          </ac:picMkLst>
        </pc:picChg>
        <pc:extLst>
          <p:ext xmlns:p="http://schemas.openxmlformats.org/presentationml/2006/main" uri="{D6D511B9-2390-475A-947B-AFAB55BFBCF1}">
            <pc226:cmChg xmlns:pc226="http://schemas.microsoft.com/office/powerpoint/2022/06/main/command" chg="mod">
              <pc226:chgData name="Zaragoza, Cecilia" userId="ba79d74b-ac7e-4e1f-8231-f254b0908332" providerId="ADAL" clId="{15F7A57B-C523-5B4C-9877-9D60F2D945A7}" dt="2026-04-11T04:23:20.592" v="3922" actId="20577"/>
              <pc2:cmMkLst xmlns:pc2="http://schemas.microsoft.com/office/powerpoint/2019/9/main/command">
                <pc:docMk/>
                <pc:sldMk cId="1464786366" sldId="753"/>
                <pc2:cmMk id="{EB89D14B-7422-4766-8E2A-92DCAC6EF49C}"/>
              </pc2:cmMkLst>
            </pc226:cmChg>
          </p:ext>
        </pc:extLst>
      </pc:sldChg>
      <pc:sldChg chg="addSp delSp modSp mod ord modCm">
        <pc:chgData name="Zaragoza, Cecilia" userId="ba79d74b-ac7e-4e1f-8231-f254b0908332" providerId="ADAL" clId="{15F7A57B-C523-5B4C-9877-9D60F2D945A7}" dt="2026-04-11T04:57:36.439" v="4841" actId="20577"/>
        <pc:sldMkLst>
          <pc:docMk/>
          <pc:sldMk cId="1794536518" sldId="754"/>
        </pc:sldMkLst>
        <pc:spChg chg="mod">
          <ac:chgData name="Zaragoza, Cecilia" userId="ba79d74b-ac7e-4e1f-8231-f254b0908332" providerId="ADAL" clId="{15F7A57B-C523-5B4C-9877-9D60F2D945A7}" dt="2026-04-11T04:57:36.439" v="4841" actId="20577"/>
          <ac:spMkLst>
            <pc:docMk/>
            <pc:sldMk cId="1794536518" sldId="754"/>
            <ac:spMk id="3" creationId="{DF870272-B890-9ECE-C8E4-64889A4C6519}"/>
          </ac:spMkLst>
        </pc:spChg>
        <pc:spChg chg="mod">
          <ac:chgData name="Zaragoza, Cecilia" userId="ba79d74b-ac7e-4e1f-8231-f254b0908332" providerId="ADAL" clId="{15F7A57B-C523-5B4C-9877-9D60F2D945A7}" dt="2026-04-09T15:49:09.383" v="3659" actId="1076"/>
          <ac:spMkLst>
            <pc:docMk/>
            <pc:sldMk cId="1794536518" sldId="754"/>
            <ac:spMk id="5" creationId="{AF326B1F-4BE3-E386-0A5C-07C7A5044920}"/>
          </ac:spMkLst>
        </pc:spChg>
        <pc:grpChg chg="add mod">
          <ac:chgData name="Zaragoza, Cecilia" userId="ba79d74b-ac7e-4e1f-8231-f254b0908332" providerId="ADAL" clId="{15F7A57B-C523-5B4C-9877-9D60F2D945A7}" dt="2026-04-11T04:57:25.421" v="4839" actId="14100"/>
          <ac:grpSpMkLst>
            <pc:docMk/>
            <pc:sldMk cId="1794536518" sldId="754"/>
            <ac:grpSpMk id="17" creationId="{B43A772A-268F-6B49-C3EB-BCF1167B934C}"/>
          </ac:grpSpMkLst>
        </pc:grpChg>
        <pc:picChg chg="add mod modCrop">
          <ac:chgData name="Zaragoza, Cecilia" userId="ba79d74b-ac7e-4e1f-8231-f254b0908332" providerId="ADAL" clId="{15F7A57B-C523-5B4C-9877-9D60F2D945A7}" dt="2026-04-11T04:54:44.745" v="4757" actId="1037"/>
          <ac:picMkLst>
            <pc:docMk/>
            <pc:sldMk cId="1794536518" sldId="754"/>
            <ac:picMk id="12" creationId="{07A02A7D-F78E-3320-F0FB-453541B8DBD4}"/>
          </ac:picMkLst>
        </pc:picChg>
        <pc:picChg chg="add mod modCrop">
          <ac:chgData name="Zaragoza, Cecilia" userId="ba79d74b-ac7e-4e1f-8231-f254b0908332" providerId="ADAL" clId="{15F7A57B-C523-5B4C-9877-9D60F2D945A7}" dt="2026-04-11T04:56:33.174" v="4823" actId="732"/>
          <ac:picMkLst>
            <pc:docMk/>
            <pc:sldMk cId="1794536518" sldId="754"/>
            <ac:picMk id="16" creationId="{033F453F-D6A7-7B83-EF69-73613738EBE7}"/>
          </ac:picMkLst>
        </pc:picChg>
        <pc:extLst>
          <p:ext xmlns:p="http://schemas.openxmlformats.org/presentationml/2006/main" uri="{D6D511B9-2390-475A-947B-AFAB55BFBCF1}">
            <pc226:cmChg xmlns:pc226="http://schemas.microsoft.com/office/powerpoint/2022/06/main/command" chg="mod">
              <pc226:chgData name="Zaragoza, Cecilia" userId="ba79d74b-ac7e-4e1f-8231-f254b0908332" providerId="ADAL" clId="{15F7A57B-C523-5B4C-9877-9D60F2D945A7}" dt="2026-04-11T04:57:36.439" v="4841" actId="20577"/>
              <pc2:cmMkLst xmlns:pc2="http://schemas.microsoft.com/office/powerpoint/2019/9/main/command">
                <pc:docMk/>
                <pc:sldMk cId="1794536518" sldId="754"/>
                <pc2:cmMk id="{D9E48DAF-DE3F-4070-A00C-D901D158472A}"/>
              </pc2:cmMkLst>
            </pc226:cmChg>
          </p:ext>
        </pc:extLst>
      </pc:sldChg>
      <pc:sldChg chg="modSp mod modCm">
        <pc:chgData name="Zaragoza, Cecilia" userId="ba79d74b-ac7e-4e1f-8231-f254b0908332" providerId="ADAL" clId="{15F7A57B-C523-5B4C-9877-9D60F2D945A7}" dt="2026-04-11T14:22:22.263" v="4893"/>
        <pc:sldMkLst>
          <pc:docMk/>
          <pc:sldMk cId="706225231" sldId="774"/>
        </pc:sldMkLst>
        <pc:spChg chg="mod">
          <ac:chgData name="Zaragoza, Cecilia" userId="ba79d74b-ac7e-4e1f-8231-f254b0908332" providerId="ADAL" clId="{15F7A57B-C523-5B4C-9877-9D60F2D945A7}" dt="2026-04-11T14:22:22.263" v="4893"/>
          <ac:spMkLst>
            <pc:docMk/>
            <pc:sldMk cId="706225231" sldId="774"/>
            <ac:spMk id="3" creationId="{0AE71669-7343-1DD2-E2CA-8CD0CE412CFB}"/>
          </ac:spMkLst>
        </pc:spChg>
        <pc:extLst>
          <p:ext xmlns:p="http://schemas.openxmlformats.org/presentationml/2006/main" uri="{D6D511B9-2390-475A-947B-AFAB55BFBCF1}">
            <pc226:cmChg xmlns:pc226="http://schemas.microsoft.com/office/powerpoint/2022/06/main/command" chg="mod">
              <pc226:chgData name="Zaragoza, Cecilia" userId="ba79d74b-ac7e-4e1f-8231-f254b0908332" providerId="ADAL" clId="{15F7A57B-C523-5B4C-9877-9D60F2D945A7}" dt="2026-04-07T16:34:36.273" v="228" actId="20577"/>
              <pc2:cmMkLst xmlns:pc2="http://schemas.microsoft.com/office/powerpoint/2019/9/main/command">
                <pc:docMk/>
                <pc:sldMk cId="706225231" sldId="774"/>
                <pc2:cmMk id="{13FFAE77-2C3E-4ECF-85AD-AEA00C9D09FC}"/>
              </pc2:cmMkLst>
            </pc226:cmChg>
          </p:ext>
        </pc:extLst>
      </pc:sldChg>
      <pc:sldChg chg="modSp mod">
        <pc:chgData name="Zaragoza, Cecilia" userId="ba79d74b-ac7e-4e1f-8231-f254b0908332" providerId="ADAL" clId="{15F7A57B-C523-5B4C-9877-9D60F2D945A7}" dt="2026-04-07T17:25:00.951" v="1753" actId="20577"/>
        <pc:sldMkLst>
          <pc:docMk/>
          <pc:sldMk cId="1261441029" sldId="795"/>
        </pc:sldMkLst>
        <pc:spChg chg="mod">
          <ac:chgData name="Zaragoza, Cecilia" userId="ba79d74b-ac7e-4e1f-8231-f254b0908332" providerId="ADAL" clId="{15F7A57B-C523-5B4C-9877-9D60F2D945A7}" dt="2026-04-07T17:25:00.951" v="1753" actId="20577"/>
          <ac:spMkLst>
            <pc:docMk/>
            <pc:sldMk cId="1261441029" sldId="795"/>
            <ac:spMk id="6" creationId="{3426870B-1C37-57A4-4970-C2C5B74F06E6}"/>
          </ac:spMkLst>
        </pc:spChg>
      </pc:sldChg>
      <pc:sldChg chg="addSp delSp modSp mod">
        <pc:chgData name="Zaragoza, Cecilia" userId="ba79d74b-ac7e-4e1f-8231-f254b0908332" providerId="ADAL" clId="{15F7A57B-C523-5B4C-9877-9D60F2D945A7}" dt="2026-04-11T04:59:52.777" v="4884" actId="1036"/>
        <pc:sldMkLst>
          <pc:docMk/>
          <pc:sldMk cId="2880835237" sldId="797"/>
        </pc:sldMkLst>
        <pc:picChg chg="add mod modCrop">
          <ac:chgData name="Zaragoza, Cecilia" userId="ba79d74b-ac7e-4e1f-8231-f254b0908332" providerId="ADAL" clId="{15F7A57B-C523-5B4C-9877-9D60F2D945A7}" dt="2026-04-11T04:58:21.504" v="4848" actId="732"/>
          <ac:picMkLst>
            <pc:docMk/>
            <pc:sldMk cId="2880835237" sldId="797"/>
            <ac:picMk id="6" creationId="{6F1D3ACC-BEA3-4827-8DBB-33182141FA14}"/>
          </ac:picMkLst>
        </pc:picChg>
        <pc:picChg chg="add mod">
          <ac:chgData name="Zaragoza, Cecilia" userId="ba79d74b-ac7e-4e1f-8231-f254b0908332" providerId="ADAL" clId="{15F7A57B-C523-5B4C-9877-9D60F2D945A7}" dt="2026-04-11T04:59:52.777" v="4884" actId="1036"/>
          <ac:picMkLst>
            <pc:docMk/>
            <pc:sldMk cId="2880835237" sldId="797"/>
            <ac:picMk id="12" creationId="{F2391042-685D-753A-12D5-B22A6CF1F9E1}"/>
          </ac:picMkLst>
        </pc:picChg>
      </pc:sldChg>
      <pc:sldChg chg="modNotesTx">
        <pc:chgData name="Zaragoza, Cecilia" userId="ba79d74b-ac7e-4e1f-8231-f254b0908332" providerId="ADAL" clId="{15F7A57B-C523-5B4C-9877-9D60F2D945A7}" dt="2026-04-11T15:45:23.078" v="4898" actId="20577"/>
        <pc:sldMkLst>
          <pc:docMk/>
          <pc:sldMk cId="134961388" sldId="802"/>
        </pc:sldMkLst>
      </pc:sldChg>
      <pc:sldChg chg="modNotesTx">
        <pc:chgData name="Zaragoza, Cecilia" userId="ba79d74b-ac7e-4e1f-8231-f254b0908332" providerId="ADAL" clId="{15F7A57B-C523-5B4C-9877-9D60F2D945A7}" dt="2026-04-11T15:45:27.745" v="4904" actId="20577"/>
        <pc:sldMkLst>
          <pc:docMk/>
          <pc:sldMk cId="1091169470" sldId="803"/>
        </pc:sldMkLst>
      </pc:sldChg>
      <pc:sldChg chg="modSp mod">
        <pc:chgData name="Zaragoza, Cecilia" userId="ba79d74b-ac7e-4e1f-8231-f254b0908332" providerId="ADAL" clId="{15F7A57B-C523-5B4C-9877-9D60F2D945A7}" dt="2026-04-11T14:22:08.438" v="4890" actId="207"/>
        <pc:sldMkLst>
          <pc:docMk/>
          <pc:sldMk cId="3922304285" sldId="807"/>
        </pc:sldMkLst>
        <pc:spChg chg="mod">
          <ac:chgData name="Zaragoza, Cecilia" userId="ba79d74b-ac7e-4e1f-8231-f254b0908332" providerId="ADAL" clId="{15F7A57B-C523-5B4C-9877-9D60F2D945A7}" dt="2026-04-11T14:22:08.438" v="4890" actId="207"/>
          <ac:spMkLst>
            <pc:docMk/>
            <pc:sldMk cId="3922304285" sldId="807"/>
            <ac:spMk id="3" creationId="{A61A4342-1B81-7760-FE30-9C40F78B9AB3}"/>
          </ac:spMkLst>
        </pc:spChg>
      </pc:sldChg>
      <pc:sldChg chg="addSp delSp modSp add mod modCm modNotesTx">
        <pc:chgData name="Zaragoza, Cecilia" userId="ba79d74b-ac7e-4e1f-8231-f254b0908332" providerId="ADAL" clId="{15F7A57B-C523-5B4C-9877-9D60F2D945A7}" dt="2026-04-09T15:07:47.017" v="2508" actId="20577"/>
        <pc:sldMkLst>
          <pc:docMk/>
          <pc:sldMk cId="710910264" sldId="811"/>
        </pc:sldMkLst>
        <pc:spChg chg="mod">
          <ac:chgData name="Zaragoza, Cecilia" userId="ba79d74b-ac7e-4e1f-8231-f254b0908332" providerId="ADAL" clId="{15F7A57B-C523-5B4C-9877-9D60F2D945A7}" dt="2026-04-07T16:54:58.589" v="1063" actId="1076"/>
          <ac:spMkLst>
            <pc:docMk/>
            <pc:sldMk cId="710910264" sldId="811"/>
            <ac:spMk id="2" creationId="{C5FCCBFA-CEA9-ADAD-560D-C8C57BC86B39}"/>
          </ac:spMkLst>
        </pc:spChg>
        <pc:spChg chg="mod">
          <ac:chgData name="Zaragoza, Cecilia" userId="ba79d74b-ac7e-4e1f-8231-f254b0908332" providerId="ADAL" clId="{15F7A57B-C523-5B4C-9877-9D60F2D945A7}" dt="2026-04-09T15:07:28.443" v="2500" actId="1076"/>
          <ac:spMkLst>
            <pc:docMk/>
            <pc:sldMk cId="710910264" sldId="811"/>
            <ac:spMk id="6" creationId="{297B1B41-A4A2-652A-22BD-BB4146EA8FD5}"/>
          </ac:spMkLst>
        </pc:spChg>
        <pc:spChg chg="add mod">
          <ac:chgData name="Zaragoza, Cecilia" userId="ba79d74b-ac7e-4e1f-8231-f254b0908332" providerId="ADAL" clId="{15F7A57B-C523-5B4C-9877-9D60F2D945A7}" dt="2026-04-09T15:05:38.309" v="2367" actId="1076"/>
          <ac:spMkLst>
            <pc:docMk/>
            <pc:sldMk cId="710910264" sldId="811"/>
            <ac:spMk id="9" creationId="{566FA680-C193-B583-25A4-EE5EB2837133}"/>
          </ac:spMkLst>
        </pc:spChg>
        <pc:picChg chg="add mod">
          <ac:chgData name="Zaragoza, Cecilia" userId="ba79d74b-ac7e-4e1f-8231-f254b0908332" providerId="ADAL" clId="{15F7A57B-C523-5B4C-9877-9D60F2D945A7}" dt="2026-04-07T16:54:54.761" v="1062" actId="1076"/>
          <ac:picMkLst>
            <pc:docMk/>
            <pc:sldMk cId="710910264" sldId="811"/>
            <ac:picMk id="7" creationId="{4E27994F-FC31-98AE-46A2-11B9EDFFF944}"/>
          </ac:picMkLst>
        </pc:picChg>
        <pc:picChg chg="add mod">
          <ac:chgData name="Zaragoza, Cecilia" userId="ba79d74b-ac7e-4e1f-8231-f254b0908332" providerId="ADAL" clId="{15F7A57B-C523-5B4C-9877-9D60F2D945A7}" dt="2026-04-09T14:57:02.913" v="2118" actId="1076"/>
          <ac:picMkLst>
            <pc:docMk/>
            <pc:sldMk cId="710910264" sldId="811"/>
            <ac:picMk id="8" creationId="{E1EF5991-BD29-9197-A730-595130DF85CF}"/>
          </ac:picMkLst>
        </pc:picChg>
        <pc:extLst>
          <p:ext xmlns:p="http://schemas.openxmlformats.org/presentationml/2006/main" uri="{D6D511B9-2390-475A-947B-AFAB55BFBCF1}">
            <pc226:cmChg xmlns:pc226="http://schemas.microsoft.com/office/powerpoint/2022/06/main/command" chg="mod">
              <pc226:chgData name="Zaragoza, Cecilia" userId="ba79d74b-ac7e-4e1f-8231-f254b0908332" providerId="ADAL" clId="{15F7A57B-C523-5B4C-9877-9D60F2D945A7}" dt="2026-04-09T15:07:05.779" v="2493" actId="20577"/>
              <pc2:cmMkLst xmlns:pc2="http://schemas.microsoft.com/office/powerpoint/2019/9/main/command">
                <pc:docMk/>
                <pc:sldMk cId="710910264" sldId="811"/>
                <pc2:cmMk id="{AF4E3BAE-C880-4F5D-B872-6D4CC9C96A48}"/>
              </pc2:cmMkLst>
            </pc226:cmChg>
          </p:ext>
        </pc:extLst>
      </pc:sldChg>
      <pc:sldChg chg="addSp delSp modSp mod">
        <pc:chgData name="Zaragoza, Cecilia" userId="ba79d74b-ac7e-4e1f-8231-f254b0908332" providerId="ADAL" clId="{15F7A57B-C523-5B4C-9877-9D60F2D945A7}" dt="2026-04-11T03:48:05.135" v="3779" actId="14100"/>
        <pc:sldMkLst>
          <pc:docMk/>
          <pc:sldMk cId="4151442843" sldId="814"/>
        </pc:sldMkLst>
        <pc:spChg chg="mod">
          <ac:chgData name="Zaragoza, Cecilia" userId="ba79d74b-ac7e-4e1f-8231-f254b0908332" providerId="ADAL" clId="{15F7A57B-C523-5B4C-9877-9D60F2D945A7}" dt="2026-04-09T15:17:40.424" v="2575" actId="20577"/>
          <ac:spMkLst>
            <pc:docMk/>
            <pc:sldMk cId="4151442843" sldId="814"/>
            <ac:spMk id="7" creationId="{00000000-0000-0000-0000-000000000000}"/>
          </ac:spMkLst>
        </pc:spChg>
        <pc:picChg chg="add mod">
          <ac:chgData name="Zaragoza, Cecilia" userId="ba79d74b-ac7e-4e1f-8231-f254b0908332" providerId="ADAL" clId="{15F7A57B-C523-5B4C-9877-9D60F2D945A7}" dt="2026-04-11T03:48:05.135" v="3779" actId="14100"/>
          <ac:picMkLst>
            <pc:docMk/>
            <pc:sldMk cId="4151442843" sldId="814"/>
            <ac:picMk id="3" creationId="{7FC56888-0CFF-B291-771B-8D9373200916}"/>
          </ac:picMkLst>
        </pc:picChg>
      </pc:sldChg>
      <pc:sldChg chg="addSp delSp modSp mod modNotes">
        <pc:chgData name="Zaragoza, Cecilia" userId="ba79d74b-ac7e-4e1f-8231-f254b0908332" providerId="ADAL" clId="{15F7A57B-C523-5B4C-9877-9D60F2D945A7}" dt="2026-04-11T03:48:19.438" v="3784" actId="14100"/>
        <pc:sldMkLst>
          <pc:docMk/>
          <pc:sldMk cId="3647806365" sldId="815"/>
        </pc:sldMkLst>
        <pc:spChg chg="mod">
          <ac:chgData name="Zaragoza, Cecilia" userId="ba79d74b-ac7e-4e1f-8231-f254b0908332" providerId="ADAL" clId="{15F7A57B-C523-5B4C-9877-9D60F2D945A7}" dt="2026-04-11T03:48:19.438" v="3784" actId="14100"/>
          <ac:spMkLst>
            <pc:docMk/>
            <pc:sldMk cId="3647806365" sldId="815"/>
            <ac:spMk id="7" creationId="{00000000-0000-0000-0000-000000000000}"/>
          </ac:spMkLst>
        </pc:spChg>
        <pc:picChg chg="add mod">
          <ac:chgData name="Zaragoza, Cecilia" userId="ba79d74b-ac7e-4e1f-8231-f254b0908332" providerId="ADAL" clId="{15F7A57B-C523-5B4C-9877-9D60F2D945A7}" dt="2026-04-11T03:48:13.188" v="3781" actId="14100"/>
          <ac:picMkLst>
            <pc:docMk/>
            <pc:sldMk cId="3647806365" sldId="815"/>
            <ac:picMk id="4" creationId="{DA6F7AA8-9AAB-2BE7-1FE1-8F807A140E45}"/>
          </ac:picMkLst>
        </pc:picChg>
      </pc:sldChg>
      <pc:sldChg chg="addSp delSp modSp mod">
        <pc:chgData name="Zaragoza, Cecilia" userId="ba79d74b-ac7e-4e1f-8231-f254b0908332" providerId="ADAL" clId="{15F7A57B-C523-5B4C-9877-9D60F2D945A7}" dt="2026-04-11T04:31:33.533" v="4421" actId="14100"/>
        <pc:sldMkLst>
          <pc:docMk/>
          <pc:sldMk cId="2151412642" sldId="816"/>
        </pc:sldMkLst>
        <pc:spChg chg="mod">
          <ac:chgData name="Zaragoza, Cecilia" userId="ba79d74b-ac7e-4e1f-8231-f254b0908332" providerId="ADAL" clId="{15F7A57B-C523-5B4C-9877-9D60F2D945A7}" dt="2026-04-11T03:48:40.418" v="3794" actId="14100"/>
          <ac:spMkLst>
            <pc:docMk/>
            <pc:sldMk cId="2151412642" sldId="816"/>
            <ac:spMk id="13" creationId="{00000000-0000-0000-0000-000000000000}"/>
          </ac:spMkLst>
        </pc:spChg>
        <pc:picChg chg="add mod">
          <ac:chgData name="Zaragoza, Cecilia" userId="ba79d74b-ac7e-4e1f-8231-f254b0908332" providerId="ADAL" clId="{15F7A57B-C523-5B4C-9877-9D60F2D945A7}" dt="2026-04-11T04:31:33.533" v="4421" actId="14100"/>
          <ac:picMkLst>
            <pc:docMk/>
            <pc:sldMk cId="2151412642" sldId="816"/>
            <ac:picMk id="3" creationId="{2B9231B5-3D8F-A582-8DEC-A4F751A8323B}"/>
          </ac:picMkLst>
        </pc:picChg>
      </pc:sldChg>
      <pc:sldChg chg="addSp delSp modSp mod modClrScheme chgLayout">
        <pc:chgData name="Zaragoza, Cecilia" userId="ba79d74b-ac7e-4e1f-8231-f254b0908332" providerId="ADAL" clId="{15F7A57B-C523-5B4C-9877-9D60F2D945A7}" dt="2026-04-11T04:33:51.280" v="4451" actId="1076"/>
        <pc:sldMkLst>
          <pc:docMk/>
          <pc:sldMk cId="3016808427" sldId="817"/>
        </pc:sldMkLst>
        <pc:spChg chg="mod">
          <ac:chgData name="Zaragoza, Cecilia" userId="ba79d74b-ac7e-4e1f-8231-f254b0908332" providerId="ADAL" clId="{15F7A57B-C523-5B4C-9877-9D60F2D945A7}" dt="2026-04-11T04:33:13.877" v="4437" actId="26606"/>
          <ac:spMkLst>
            <pc:docMk/>
            <pc:sldMk cId="3016808427" sldId="817"/>
            <ac:spMk id="13" creationId="{00000000-0000-0000-0000-000000000000}"/>
          </ac:spMkLst>
        </pc:spChg>
        <pc:picChg chg="add mod">
          <ac:chgData name="Zaragoza, Cecilia" userId="ba79d74b-ac7e-4e1f-8231-f254b0908332" providerId="ADAL" clId="{15F7A57B-C523-5B4C-9877-9D60F2D945A7}" dt="2026-04-11T04:33:51.280" v="4451" actId="1076"/>
          <ac:picMkLst>
            <pc:docMk/>
            <pc:sldMk cId="3016808427" sldId="817"/>
            <ac:picMk id="12" creationId="{D45097BB-3A2E-54ED-1661-5AA8C43BF5FF}"/>
          </ac:picMkLst>
        </pc:picChg>
      </pc:sldChg>
      <pc:sldChg chg="addSp delSp modSp mod">
        <pc:chgData name="Zaragoza, Cecilia" userId="ba79d74b-ac7e-4e1f-8231-f254b0908332" providerId="ADAL" clId="{15F7A57B-C523-5B4C-9877-9D60F2D945A7}" dt="2026-04-11T04:17:08.216" v="3798" actId="1076"/>
        <pc:sldMkLst>
          <pc:docMk/>
          <pc:sldMk cId="50192683" sldId="818"/>
        </pc:sldMkLst>
        <pc:spChg chg="mod">
          <ac:chgData name="Zaragoza, Cecilia" userId="ba79d74b-ac7e-4e1f-8231-f254b0908332" providerId="ADAL" clId="{15F7A57B-C523-5B4C-9877-9D60F2D945A7}" dt="2026-04-11T04:17:08.216" v="3798" actId="1076"/>
          <ac:spMkLst>
            <pc:docMk/>
            <pc:sldMk cId="50192683" sldId="818"/>
            <ac:spMk id="13" creationId="{00000000-0000-0000-0000-000000000000}"/>
          </ac:spMkLst>
        </pc:spChg>
        <pc:picChg chg="add mod">
          <ac:chgData name="Zaragoza, Cecilia" userId="ba79d74b-ac7e-4e1f-8231-f254b0908332" providerId="ADAL" clId="{15F7A57B-C523-5B4C-9877-9D60F2D945A7}" dt="2026-04-11T04:16:59.785" v="3797" actId="1076"/>
          <ac:picMkLst>
            <pc:docMk/>
            <pc:sldMk cId="50192683" sldId="818"/>
            <ac:picMk id="3" creationId="{03CF7F11-62F2-00FA-C055-25D22232E081}"/>
          </ac:picMkLst>
        </pc:picChg>
      </pc:sldChg>
      <pc:sldChg chg="addSp delSp modSp mod">
        <pc:chgData name="Zaragoza, Cecilia" userId="ba79d74b-ac7e-4e1f-8231-f254b0908332" providerId="ADAL" clId="{15F7A57B-C523-5B4C-9877-9D60F2D945A7}" dt="2026-04-11T04:35:58.929" v="4471" actId="1076"/>
        <pc:sldMkLst>
          <pc:docMk/>
          <pc:sldMk cId="3515090482" sldId="819"/>
        </pc:sldMkLst>
        <pc:spChg chg="mod">
          <ac:chgData name="Zaragoza, Cecilia" userId="ba79d74b-ac7e-4e1f-8231-f254b0908332" providerId="ADAL" clId="{15F7A57B-C523-5B4C-9877-9D60F2D945A7}" dt="2026-04-11T04:35:58.929" v="4471" actId="1076"/>
          <ac:spMkLst>
            <pc:docMk/>
            <pc:sldMk cId="3515090482" sldId="819"/>
            <ac:spMk id="2" creationId="{00000000-0000-0000-0000-000000000000}"/>
          </ac:spMkLst>
        </pc:spChg>
        <pc:spChg chg="mod">
          <ac:chgData name="Zaragoza, Cecilia" userId="ba79d74b-ac7e-4e1f-8231-f254b0908332" providerId="ADAL" clId="{15F7A57B-C523-5B4C-9877-9D60F2D945A7}" dt="2026-04-11T04:17:13.593" v="3799" actId="14100"/>
          <ac:spMkLst>
            <pc:docMk/>
            <pc:sldMk cId="3515090482" sldId="819"/>
            <ac:spMk id="13" creationId="{00000000-0000-0000-0000-000000000000}"/>
          </ac:spMkLst>
        </pc:spChg>
        <pc:picChg chg="add mod">
          <ac:chgData name="Zaragoza, Cecilia" userId="ba79d74b-ac7e-4e1f-8231-f254b0908332" providerId="ADAL" clId="{15F7A57B-C523-5B4C-9877-9D60F2D945A7}" dt="2026-04-11T04:35:55.523" v="4470" actId="167"/>
          <ac:picMkLst>
            <pc:docMk/>
            <pc:sldMk cId="3515090482" sldId="819"/>
            <ac:picMk id="4" creationId="{E6AB737A-E27B-4FBB-8778-6FD608A726CC}"/>
          </ac:picMkLst>
        </pc:picChg>
      </pc:sldChg>
      <pc:sldChg chg="addSp delSp modSp mod">
        <pc:chgData name="Zaragoza, Cecilia" userId="ba79d74b-ac7e-4e1f-8231-f254b0908332" providerId="ADAL" clId="{15F7A57B-C523-5B4C-9877-9D60F2D945A7}" dt="2026-04-11T04:37:47.100" v="4486" actId="1076"/>
        <pc:sldMkLst>
          <pc:docMk/>
          <pc:sldMk cId="3559457301" sldId="820"/>
        </pc:sldMkLst>
        <pc:spChg chg="mod">
          <ac:chgData name="Zaragoza, Cecilia" userId="ba79d74b-ac7e-4e1f-8231-f254b0908332" providerId="ADAL" clId="{15F7A57B-C523-5B4C-9877-9D60F2D945A7}" dt="2026-04-11T04:35:49.889" v="4469" actId="1076"/>
          <ac:spMkLst>
            <pc:docMk/>
            <pc:sldMk cId="3559457301" sldId="820"/>
            <ac:spMk id="2" creationId="{00000000-0000-0000-0000-000000000000}"/>
          </ac:spMkLst>
        </pc:spChg>
        <pc:spChg chg="mod">
          <ac:chgData name="Zaragoza, Cecilia" userId="ba79d74b-ac7e-4e1f-8231-f254b0908332" providerId="ADAL" clId="{15F7A57B-C523-5B4C-9877-9D60F2D945A7}" dt="2026-04-11T04:35:14.463" v="4460" actId="14100"/>
          <ac:spMkLst>
            <pc:docMk/>
            <pc:sldMk cId="3559457301" sldId="820"/>
            <ac:spMk id="13" creationId="{00000000-0000-0000-0000-000000000000}"/>
          </ac:spMkLst>
        </pc:spChg>
        <pc:picChg chg="add mod">
          <ac:chgData name="Zaragoza, Cecilia" userId="ba79d74b-ac7e-4e1f-8231-f254b0908332" providerId="ADAL" clId="{15F7A57B-C523-5B4C-9877-9D60F2D945A7}" dt="2026-04-11T04:37:47.100" v="4486" actId="1076"/>
          <ac:picMkLst>
            <pc:docMk/>
            <pc:sldMk cId="3559457301" sldId="820"/>
            <ac:picMk id="7" creationId="{B341E246-B1E0-35CE-181D-5B93CAA2EEA3}"/>
          </ac:picMkLst>
        </pc:picChg>
      </pc:sldChg>
      <pc:sldChg chg="addSp delSp modSp mod">
        <pc:chgData name="Zaragoza, Cecilia" userId="ba79d74b-ac7e-4e1f-8231-f254b0908332" providerId="ADAL" clId="{15F7A57B-C523-5B4C-9877-9D60F2D945A7}" dt="2026-04-11T04:38:01.750" v="4490" actId="1076"/>
        <pc:sldMkLst>
          <pc:docMk/>
          <pc:sldMk cId="849279470" sldId="821"/>
        </pc:sldMkLst>
        <pc:spChg chg="mod">
          <ac:chgData name="Zaragoza, Cecilia" userId="ba79d74b-ac7e-4e1f-8231-f254b0908332" providerId="ADAL" clId="{15F7A57B-C523-5B4C-9877-9D60F2D945A7}" dt="2026-04-11T04:38:01.750" v="4490" actId="1076"/>
          <ac:spMkLst>
            <pc:docMk/>
            <pc:sldMk cId="849279470" sldId="821"/>
            <ac:spMk id="2" creationId="{00000000-0000-0000-0000-000000000000}"/>
          </ac:spMkLst>
        </pc:spChg>
        <pc:spChg chg="mod">
          <ac:chgData name="Zaragoza, Cecilia" userId="ba79d74b-ac7e-4e1f-8231-f254b0908332" providerId="ADAL" clId="{15F7A57B-C523-5B4C-9877-9D60F2D945A7}" dt="2026-04-11T04:37:54.623" v="4487" actId="14100"/>
          <ac:spMkLst>
            <pc:docMk/>
            <pc:sldMk cId="849279470" sldId="821"/>
            <ac:spMk id="13" creationId="{00000000-0000-0000-0000-000000000000}"/>
          </ac:spMkLst>
        </pc:spChg>
        <pc:picChg chg="add mod">
          <ac:chgData name="Zaragoza, Cecilia" userId="ba79d74b-ac7e-4e1f-8231-f254b0908332" providerId="ADAL" clId="{15F7A57B-C523-5B4C-9877-9D60F2D945A7}" dt="2026-04-11T04:37:58.983" v="4489" actId="1076"/>
          <ac:picMkLst>
            <pc:docMk/>
            <pc:sldMk cId="849279470" sldId="821"/>
            <ac:picMk id="4" creationId="{4DCFF9DA-7771-9783-D6AA-EE0FD109CBB4}"/>
          </ac:picMkLst>
        </pc:picChg>
      </pc:sldChg>
      <pc:sldChg chg="addSp delSp modSp mod">
        <pc:chgData name="Zaragoza, Cecilia" userId="ba79d74b-ac7e-4e1f-8231-f254b0908332" providerId="ADAL" clId="{15F7A57B-C523-5B4C-9877-9D60F2D945A7}" dt="2026-04-11T04:39:10.243" v="4501" actId="1076"/>
        <pc:sldMkLst>
          <pc:docMk/>
          <pc:sldMk cId="1185715645" sldId="822"/>
        </pc:sldMkLst>
        <pc:spChg chg="mod">
          <ac:chgData name="Zaragoza, Cecilia" userId="ba79d74b-ac7e-4e1f-8231-f254b0908332" providerId="ADAL" clId="{15F7A57B-C523-5B4C-9877-9D60F2D945A7}" dt="2026-04-11T04:38:12.549" v="4491" actId="1076"/>
          <ac:spMkLst>
            <pc:docMk/>
            <pc:sldMk cId="1185715645" sldId="822"/>
            <ac:spMk id="2" creationId="{00000000-0000-0000-0000-000000000000}"/>
          </ac:spMkLst>
        </pc:spChg>
        <pc:spChg chg="mod">
          <ac:chgData name="Zaragoza, Cecilia" userId="ba79d74b-ac7e-4e1f-8231-f254b0908332" providerId="ADAL" clId="{15F7A57B-C523-5B4C-9877-9D60F2D945A7}" dt="2026-04-09T15:19:39.037" v="2598" actId="2711"/>
          <ac:spMkLst>
            <pc:docMk/>
            <pc:sldMk cId="1185715645" sldId="822"/>
            <ac:spMk id="13" creationId="{00000000-0000-0000-0000-000000000000}"/>
          </ac:spMkLst>
        </pc:spChg>
        <pc:picChg chg="add mod">
          <ac:chgData name="Zaragoza, Cecilia" userId="ba79d74b-ac7e-4e1f-8231-f254b0908332" providerId="ADAL" clId="{15F7A57B-C523-5B4C-9877-9D60F2D945A7}" dt="2026-04-11T04:39:10.243" v="4501" actId="1076"/>
          <ac:picMkLst>
            <pc:docMk/>
            <pc:sldMk cId="1185715645" sldId="822"/>
            <ac:picMk id="4" creationId="{5C69245C-1605-F516-1831-D337BA2F711F}"/>
          </ac:picMkLst>
        </pc:picChg>
      </pc:sldChg>
      <pc:sldChg chg="addSp delSp modSp mod">
        <pc:chgData name="Zaragoza, Cecilia" userId="ba79d74b-ac7e-4e1f-8231-f254b0908332" providerId="ADAL" clId="{15F7A57B-C523-5B4C-9877-9D60F2D945A7}" dt="2026-04-11T04:41:16.842" v="4538" actId="1076"/>
        <pc:sldMkLst>
          <pc:docMk/>
          <pc:sldMk cId="4054368346" sldId="823"/>
        </pc:sldMkLst>
        <pc:spChg chg="mod">
          <ac:chgData name="Zaragoza, Cecilia" userId="ba79d74b-ac7e-4e1f-8231-f254b0908332" providerId="ADAL" clId="{15F7A57B-C523-5B4C-9877-9D60F2D945A7}" dt="2026-04-11T04:38:18.604" v="4492" actId="1076"/>
          <ac:spMkLst>
            <pc:docMk/>
            <pc:sldMk cId="4054368346" sldId="823"/>
            <ac:spMk id="2" creationId="{00000000-0000-0000-0000-000000000000}"/>
          </ac:spMkLst>
        </pc:spChg>
        <pc:spChg chg="mod">
          <ac:chgData name="Zaragoza, Cecilia" userId="ba79d74b-ac7e-4e1f-8231-f254b0908332" providerId="ADAL" clId="{15F7A57B-C523-5B4C-9877-9D60F2D945A7}" dt="2026-04-11T04:39:18.110" v="4508" actId="1035"/>
          <ac:spMkLst>
            <pc:docMk/>
            <pc:sldMk cId="4054368346" sldId="823"/>
            <ac:spMk id="13" creationId="{00000000-0000-0000-0000-000000000000}"/>
          </ac:spMkLst>
        </pc:spChg>
        <pc:picChg chg="add mod">
          <ac:chgData name="Zaragoza, Cecilia" userId="ba79d74b-ac7e-4e1f-8231-f254b0908332" providerId="ADAL" clId="{15F7A57B-C523-5B4C-9877-9D60F2D945A7}" dt="2026-04-11T04:41:16.842" v="4538" actId="1076"/>
          <ac:picMkLst>
            <pc:docMk/>
            <pc:sldMk cId="4054368346" sldId="823"/>
            <ac:picMk id="4" creationId="{B2D97280-6588-9E49-B323-3856EECCAB55}"/>
          </ac:picMkLst>
        </pc:picChg>
      </pc:sldChg>
      <pc:sldChg chg="addSp delSp modSp mod">
        <pc:chgData name="Zaragoza, Cecilia" userId="ba79d74b-ac7e-4e1f-8231-f254b0908332" providerId="ADAL" clId="{15F7A57B-C523-5B4C-9877-9D60F2D945A7}" dt="2026-04-11T04:45:31.598" v="4581" actId="1035"/>
        <pc:sldMkLst>
          <pc:docMk/>
          <pc:sldMk cId="974217809" sldId="824"/>
        </pc:sldMkLst>
        <pc:spChg chg="mod">
          <ac:chgData name="Zaragoza, Cecilia" userId="ba79d74b-ac7e-4e1f-8231-f254b0908332" providerId="ADAL" clId="{15F7A57B-C523-5B4C-9877-9D60F2D945A7}" dt="2026-04-11T04:45:31.598" v="4581" actId="1035"/>
          <ac:spMkLst>
            <pc:docMk/>
            <pc:sldMk cId="974217809" sldId="824"/>
            <ac:spMk id="2" creationId="{00000000-0000-0000-0000-000000000000}"/>
          </ac:spMkLst>
        </pc:spChg>
        <pc:spChg chg="mod">
          <ac:chgData name="Zaragoza, Cecilia" userId="ba79d74b-ac7e-4e1f-8231-f254b0908332" providerId="ADAL" clId="{15F7A57B-C523-5B4C-9877-9D60F2D945A7}" dt="2026-04-11T04:40:13.167" v="4524" actId="1038"/>
          <ac:spMkLst>
            <pc:docMk/>
            <pc:sldMk cId="974217809" sldId="824"/>
            <ac:spMk id="13" creationId="{00000000-0000-0000-0000-000000000000}"/>
          </ac:spMkLst>
        </pc:spChg>
        <pc:picChg chg="add mod">
          <ac:chgData name="Zaragoza, Cecilia" userId="ba79d74b-ac7e-4e1f-8231-f254b0908332" providerId="ADAL" clId="{15F7A57B-C523-5B4C-9877-9D60F2D945A7}" dt="2026-04-11T04:44:54.478" v="4574" actId="1038"/>
          <ac:picMkLst>
            <pc:docMk/>
            <pc:sldMk cId="974217809" sldId="824"/>
            <ac:picMk id="4" creationId="{910417D0-C463-7F38-0653-B380B6DCFA9F}"/>
          </ac:picMkLst>
        </pc:picChg>
      </pc:sldChg>
      <pc:sldChg chg="addSp delSp modSp mod">
        <pc:chgData name="Zaragoza, Cecilia" userId="ba79d74b-ac7e-4e1f-8231-f254b0908332" providerId="ADAL" clId="{15F7A57B-C523-5B4C-9877-9D60F2D945A7}" dt="2026-04-11T04:45:41.905" v="4590" actId="1038"/>
        <pc:sldMkLst>
          <pc:docMk/>
          <pc:sldMk cId="51735630" sldId="825"/>
        </pc:sldMkLst>
        <pc:spChg chg="mod">
          <ac:chgData name="Zaragoza, Cecilia" userId="ba79d74b-ac7e-4e1f-8231-f254b0908332" providerId="ADAL" clId="{15F7A57B-C523-5B4C-9877-9D60F2D945A7}" dt="2026-04-11T04:45:37.838" v="4588" actId="1035"/>
          <ac:spMkLst>
            <pc:docMk/>
            <pc:sldMk cId="51735630" sldId="825"/>
            <ac:spMk id="2" creationId="{00000000-0000-0000-0000-000000000000}"/>
          </ac:spMkLst>
        </pc:spChg>
        <pc:spChg chg="mod">
          <ac:chgData name="Zaragoza, Cecilia" userId="ba79d74b-ac7e-4e1f-8231-f254b0908332" providerId="ADAL" clId="{15F7A57B-C523-5B4C-9877-9D60F2D945A7}" dt="2026-04-11T04:44:05.010" v="4563" actId="1038"/>
          <ac:spMkLst>
            <pc:docMk/>
            <pc:sldMk cId="51735630" sldId="825"/>
            <ac:spMk id="13" creationId="{00000000-0000-0000-0000-000000000000}"/>
          </ac:spMkLst>
        </pc:spChg>
        <pc:picChg chg="add mod">
          <ac:chgData name="Zaragoza, Cecilia" userId="ba79d74b-ac7e-4e1f-8231-f254b0908332" providerId="ADAL" clId="{15F7A57B-C523-5B4C-9877-9D60F2D945A7}" dt="2026-04-11T04:45:41.905" v="4590" actId="1038"/>
          <ac:picMkLst>
            <pc:docMk/>
            <pc:sldMk cId="51735630" sldId="825"/>
            <ac:picMk id="4" creationId="{11A564FE-FC29-29CD-FD80-723D4804D769}"/>
          </ac:picMkLst>
        </pc:picChg>
      </pc:sldChg>
      <pc:sldChg chg="addSp delSp modSp mod">
        <pc:chgData name="Zaragoza, Cecilia" userId="ba79d74b-ac7e-4e1f-8231-f254b0908332" providerId="ADAL" clId="{15F7A57B-C523-5B4C-9877-9D60F2D945A7}" dt="2026-04-11T04:46:49.355" v="4628" actId="1038"/>
        <pc:sldMkLst>
          <pc:docMk/>
          <pc:sldMk cId="3941059474" sldId="826"/>
        </pc:sldMkLst>
        <pc:spChg chg="mod">
          <ac:chgData name="Zaragoza, Cecilia" userId="ba79d74b-ac7e-4e1f-8231-f254b0908332" providerId="ADAL" clId="{15F7A57B-C523-5B4C-9877-9D60F2D945A7}" dt="2026-04-11T04:46:49.355" v="4628" actId="1038"/>
          <ac:spMkLst>
            <pc:docMk/>
            <pc:sldMk cId="3941059474" sldId="826"/>
            <ac:spMk id="2" creationId="{00000000-0000-0000-0000-000000000000}"/>
          </ac:spMkLst>
        </pc:spChg>
        <pc:spChg chg="mod">
          <ac:chgData name="Zaragoza, Cecilia" userId="ba79d74b-ac7e-4e1f-8231-f254b0908332" providerId="ADAL" clId="{15F7A57B-C523-5B4C-9877-9D60F2D945A7}" dt="2026-04-09T15:20:16.030" v="2610" actId="2711"/>
          <ac:spMkLst>
            <pc:docMk/>
            <pc:sldMk cId="3941059474" sldId="826"/>
            <ac:spMk id="13" creationId="{00000000-0000-0000-0000-000000000000}"/>
          </ac:spMkLst>
        </pc:spChg>
        <pc:picChg chg="add mod">
          <ac:chgData name="Zaragoza, Cecilia" userId="ba79d74b-ac7e-4e1f-8231-f254b0908332" providerId="ADAL" clId="{15F7A57B-C523-5B4C-9877-9D60F2D945A7}" dt="2026-04-11T04:46:31.250" v="4620" actId="1038"/>
          <ac:picMkLst>
            <pc:docMk/>
            <pc:sldMk cId="3941059474" sldId="826"/>
            <ac:picMk id="4" creationId="{F938C2C5-8ECE-79EF-90C6-B58CCAE9A4E9}"/>
          </ac:picMkLst>
        </pc:picChg>
      </pc:sldChg>
      <pc:sldChg chg="addSp delSp modSp mod">
        <pc:chgData name="Zaragoza, Cecilia" userId="ba79d74b-ac7e-4e1f-8231-f254b0908332" providerId="ADAL" clId="{15F7A57B-C523-5B4C-9877-9D60F2D945A7}" dt="2026-04-11T04:49:57.633" v="4643" actId="1076"/>
        <pc:sldMkLst>
          <pc:docMk/>
          <pc:sldMk cId="3061394448" sldId="827"/>
        </pc:sldMkLst>
        <pc:spChg chg="mod">
          <ac:chgData name="Zaragoza, Cecilia" userId="ba79d74b-ac7e-4e1f-8231-f254b0908332" providerId="ADAL" clId="{15F7A57B-C523-5B4C-9877-9D60F2D945A7}" dt="2026-04-11T04:46:58.030" v="4629" actId="1076"/>
          <ac:spMkLst>
            <pc:docMk/>
            <pc:sldMk cId="3061394448" sldId="827"/>
            <ac:spMk id="7" creationId="{00000000-0000-0000-0000-000000000000}"/>
          </ac:spMkLst>
        </pc:spChg>
        <pc:spChg chg="mod">
          <ac:chgData name="Zaragoza, Cecilia" userId="ba79d74b-ac7e-4e1f-8231-f254b0908332" providerId="ADAL" clId="{15F7A57B-C523-5B4C-9877-9D60F2D945A7}" dt="2026-04-09T15:20:24.858" v="2613" actId="2711"/>
          <ac:spMkLst>
            <pc:docMk/>
            <pc:sldMk cId="3061394448" sldId="827"/>
            <ac:spMk id="13" creationId="{00000000-0000-0000-0000-000000000000}"/>
          </ac:spMkLst>
        </pc:spChg>
        <pc:picChg chg="add mod">
          <ac:chgData name="Zaragoza, Cecilia" userId="ba79d74b-ac7e-4e1f-8231-f254b0908332" providerId="ADAL" clId="{15F7A57B-C523-5B4C-9877-9D60F2D945A7}" dt="2026-04-11T04:49:57.633" v="4643" actId="1076"/>
          <ac:picMkLst>
            <pc:docMk/>
            <pc:sldMk cId="3061394448" sldId="827"/>
            <ac:picMk id="5" creationId="{C4167DA0-BFD7-6260-9160-AF24ED60E921}"/>
          </ac:picMkLst>
        </pc:picChg>
      </pc:sldChg>
      <pc:sldChg chg="addSp delSp modSp mod">
        <pc:chgData name="Zaragoza, Cecilia" userId="ba79d74b-ac7e-4e1f-8231-f254b0908332" providerId="ADAL" clId="{15F7A57B-C523-5B4C-9877-9D60F2D945A7}" dt="2026-04-11T04:50:54.911" v="4678" actId="1036"/>
        <pc:sldMkLst>
          <pc:docMk/>
          <pc:sldMk cId="396997906" sldId="828"/>
        </pc:sldMkLst>
        <pc:spChg chg="mod">
          <ac:chgData name="Zaragoza, Cecilia" userId="ba79d74b-ac7e-4e1f-8231-f254b0908332" providerId="ADAL" clId="{15F7A57B-C523-5B4C-9877-9D60F2D945A7}" dt="2026-04-09T15:20:54.506" v="2621" actId="2711"/>
          <ac:spMkLst>
            <pc:docMk/>
            <pc:sldMk cId="396997906" sldId="828"/>
            <ac:spMk id="3" creationId="{00000000-0000-0000-0000-000000000000}"/>
          </ac:spMkLst>
        </pc:spChg>
        <pc:spChg chg="mod">
          <ac:chgData name="Zaragoza, Cecilia" userId="ba79d74b-ac7e-4e1f-8231-f254b0908332" providerId="ADAL" clId="{15F7A57B-C523-5B4C-9877-9D60F2D945A7}" dt="2026-04-11T04:50:54.911" v="4678" actId="1036"/>
          <ac:spMkLst>
            <pc:docMk/>
            <pc:sldMk cId="396997906" sldId="828"/>
            <ac:spMk id="4" creationId="{00000000-0000-0000-0000-000000000000}"/>
          </ac:spMkLst>
        </pc:spChg>
        <pc:picChg chg="add mod">
          <ac:chgData name="Zaragoza, Cecilia" userId="ba79d74b-ac7e-4e1f-8231-f254b0908332" providerId="ADAL" clId="{15F7A57B-C523-5B4C-9877-9D60F2D945A7}" dt="2026-04-11T04:50:48.996" v="4657" actId="1036"/>
          <ac:picMkLst>
            <pc:docMk/>
            <pc:sldMk cId="396997906" sldId="828"/>
            <ac:picMk id="5" creationId="{A872D191-A2E8-BE4B-E6DB-4A01857DB482}"/>
          </ac:picMkLst>
        </pc:picChg>
      </pc:sldChg>
      <pc:sldChg chg="delSp modSp mod">
        <pc:chgData name="Zaragoza, Cecilia" userId="ba79d74b-ac7e-4e1f-8231-f254b0908332" providerId="ADAL" clId="{15F7A57B-C523-5B4C-9877-9D60F2D945A7}" dt="2026-04-11T04:17:56.358" v="3810" actId="478"/>
        <pc:sldMkLst>
          <pc:docMk/>
          <pc:sldMk cId="3074629001" sldId="829"/>
        </pc:sldMkLst>
        <pc:spChg chg="mod">
          <ac:chgData name="Zaragoza, Cecilia" userId="ba79d74b-ac7e-4e1f-8231-f254b0908332" providerId="ADAL" clId="{15F7A57B-C523-5B4C-9877-9D60F2D945A7}" dt="2026-04-09T15:21:15.685" v="2628" actId="14100"/>
          <ac:spMkLst>
            <pc:docMk/>
            <pc:sldMk cId="3074629001" sldId="829"/>
            <ac:spMk id="4" creationId="{6A389DF7-E2FD-D00F-95A6-19FAEBD9DD87}"/>
          </ac:spMkLst>
        </pc:spChg>
        <pc:spChg chg="mod">
          <ac:chgData name="Zaragoza, Cecilia" userId="ba79d74b-ac7e-4e1f-8231-f254b0908332" providerId="ADAL" clId="{15F7A57B-C523-5B4C-9877-9D60F2D945A7}" dt="2026-04-09T15:47:53.419" v="3590" actId="208"/>
          <ac:spMkLst>
            <pc:docMk/>
            <pc:sldMk cId="3074629001" sldId="829"/>
            <ac:spMk id="5" creationId="{AA2B0C7A-FC5E-3BA1-AB65-A779BAB4BD5C}"/>
          </ac:spMkLst>
        </pc:spChg>
      </pc:sldChg>
      <pc:sldChg chg="modSp add mod">
        <pc:chgData name="Zaragoza, Cecilia" userId="ba79d74b-ac7e-4e1f-8231-f254b0908332" providerId="ADAL" clId="{15F7A57B-C523-5B4C-9877-9D60F2D945A7}" dt="2026-04-11T14:21:43.773" v="4887" actId="207"/>
        <pc:sldMkLst>
          <pc:docMk/>
          <pc:sldMk cId="3880080760" sldId="830"/>
        </pc:sldMkLst>
        <pc:spChg chg="mod">
          <ac:chgData name="Zaragoza, Cecilia" userId="ba79d74b-ac7e-4e1f-8231-f254b0908332" providerId="ADAL" clId="{15F7A57B-C523-5B4C-9877-9D60F2D945A7}" dt="2026-04-11T14:21:43.773" v="4887" actId="207"/>
          <ac:spMkLst>
            <pc:docMk/>
            <pc:sldMk cId="3880080760" sldId="830"/>
            <ac:spMk id="3" creationId="{779447F6-2415-91B0-479E-80D92F23AE06}"/>
          </ac:spMkLst>
        </pc:spChg>
      </pc:sldChg>
      <pc:sldChg chg="addSp delSp modSp add mod ord modShow">
        <pc:chgData name="Zaragoza, Cecilia" userId="ba79d74b-ac7e-4e1f-8231-f254b0908332" providerId="ADAL" clId="{15F7A57B-C523-5B4C-9877-9D60F2D945A7}" dt="2026-04-11T03:45:12.386" v="3722" actId="1076"/>
        <pc:sldMkLst>
          <pc:docMk/>
          <pc:sldMk cId="3134520476" sldId="832"/>
        </pc:sldMkLst>
        <pc:spChg chg="add mod">
          <ac:chgData name="Zaragoza, Cecilia" userId="ba79d74b-ac7e-4e1f-8231-f254b0908332" providerId="ADAL" clId="{15F7A57B-C523-5B4C-9877-9D60F2D945A7}" dt="2026-04-11T03:45:12.386" v="3722" actId="1076"/>
          <ac:spMkLst>
            <pc:docMk/>
            <pc:sldMk cId="3134520476" sldId="832"/>
            <ac:spMk id="6" creationId="{B69ECA3F-5B24-A253-CB2B-22962826ED94}"/>
          </ac:spMkLst>
        </pc:spChg>
        <pc:spChg chg="mod">
          <ac:chgData name="Zaragoza, Cecilia" userId="ba79d74b-ac7e-4e1f-8231-f254b0908332" providerId="ADAL" clId="{15F7A57B-C523-5B4C-9877-9D60F2D945A7}" dt="2026-04-11T03:44:18.382" v="3681" actId="20577"/>
          <ac:spMkLst>
            <pc:docMk/>
            <pc:sldMk cId="3134520476" sldId="832"/>
            <ac:spMk id="7" creationId="{81A8851C-51D9-F411-5F83-6B70BF48E500}"/>
          </ac:spMkLst>
        </pc:spChg>
        <pc:spChg chg="add mod">
          <ac:chgData name="Zaragoza, Cecilia" userId="ba79d74b-ac7e-4e1f-8231-f254b0908332" providerId="ADAL" clId="{15F7A57B-C523-5B4C-9877-9D60F2D945A7}" dt="2026-04-09T15:03:52.032" v="2341" actId="122"/>
          <ac:spMkLst>
            <pc:docMk/>
            <pc:sldMk cId="3134520476" sldId="832"/>
            <ac:spMk id="12" creationId="{16448CB3-F50B-AF64-C389-3A6052667A09}"/>
          </ac:spMkLst>
        </pc:spChg>
        <pc:spChg chg="add mod">
          <ac:chgData name="Zaragoza, Cecilia" userId="ba79d74b-ac7e-4e1f-8231-f254b0908332" providerId="ADAL" clId="{15F7A57B-C523-5B4C-9877-9D60F2D945A7}" dt="2026-04-09T15:05:29.986" v="2365" actId="1038"/>
          <ac:spMkLst>
            <pc:docMk/>
            <pc:sldMk cId="3134520476" sldId="832"/>
            <ac:spMk id="13" creationId="{EAF61C28-E9DF-4AF5-F71A-8BA3648C953F}"/>
          </ac:spMkLst>
        </pc:spChg>
        <pc:spChg chg="add mod">
          <ac:chgData name="Zaragoza, Cecilia" userId="ba79d74b-ac7e-4e1f-8231-f254b0908332" providerId="ADAL" clId="{15F7A57B-C523-5B4C-9877-9D60F2D945A7}" dt="2026-04-09T15:10:59.392" v="2513" actId="1076"/>
          <ac:spMkLst>
            <pc:docMk/>
            <pc:sldMk cId="3134520476" sldId="832"/>
            <ac:spMk id="14" creationId="{666C1FA8-50FD-1E5E-109B-910A0A47A5C8}"/>
          </ac:spMkLst>
        </pc:spChg>
        <pc:picChg chg="mod">
          <ac:chgData name="Zaragoza, Cecilia" userId="ba79d74b-ac7e-4e1f-8231-f254b0908332" providerId="ADAL" clId="{15F7A57B-C523-5B4C-9877-9D60F2D945A7}" dt="2026-04-09T15:04:55.737" v="2350" actId="1076"/>
          <ac:picMkLst>
            <pc:docMk/>
            <pc:sldMk cId="3134520476" sldId="832"/>
            <ac:picMk id="3" creationId="{7EFEE1F1-6E4A-2885-4AE9-16F7EF3B60B3}"/>
          </ac:picMkLst>
        </pc:picChg>
        <pc:picChg chg="mod">
          <ac:chgData name="Zaragoza, Cecilia" userId="ba79d74b-ac7e-4e1f-8231-f254b0908332" providerId="ADAL" clId="{15F7A57B-C523-5B4C-9877-9D60F2D945A7}" dt="2026-04-09T15:03:56.792" v="2342" actId="1076"/>
          <ac:picMkLst>
            <pc:docMk/>
            <pc:sldMk cId="3134520476" sldId="832"/>
            <ac:picMk id="9" creationId="{0DBAB3AB-03B4-1183-CC94-08FAFAFD9D48}"/>
          </ac:picMkLst>
        </pc:picChg>
      </pc:sldChg>
      <pc:sldChg chg="modSp add mod">
        <pc:chgData name="Zaragoza, Cecilia" userId="ba79d74b-ac7e-4e1f-8231-f254b0908332" providerId="ADAL" clId="{15F7A57B-C523-5B4C-9877-9D60F2D945A7}" dt="2026-04-09T15:08:25.370" v="2511" actId="207"/>
        <pc:sldMkLst>
          <pc:docMk/>
          <pc:sldMk cId="2019091264" sldId="833"/>
        </pc:sldMkLst>
        <pc:spChg chg="mod">
          <ac:chgData name="Zaragoza, Cecilia" userId="ba79d74b-ac7e-4e1f-8231-f254b0908332" providerId="ADAL" clId="{15F7A57B-C523-5B4C-9877-9D60F2D945A7}" dt="2026-04-09T15:08:25.370" v="2511" actId="207"/>
          <ac:spMkLst>
            <pc:docMk/>
            <pc:sldMk cId="2019091264" sldId="833"/>
            <ac:spMk id="3" creationId="{2BA73430-53C7-0886-513E-16F4ED8A9C3E}"/>
          </ac:spMkLst>
        </pc:spChg>
      </pc:sldChg>
      <pc:sldChg chg="modSp add mod">
        <pc:chgData name="Zaragoza, Cecilia" userId="ba79d74b-ac7e-4e1f-8231-f254b0908332" providerId="ADAL" clId="{15F7A57B-C523-5B4C-9877-9D60F2D945A7}" dt="2026-04-11T14:22:16.112" v="4892" actId="207"/>
        <pc:sldMkLst>
          <pc:docMk/>
          <pc:sldMk cId="4187324956" sldId="834"/>
        </pc:sldMkLst>
        <pc:spChg chg="mod">
          <ac:chgData name="Zaragoza, Cecilia" userId="ba79d74b-ac7e-4e1f-8231-f254b0908332" providerId="ADAL" clId="{15F7A57B-C523-5B4C-9877-9D60F2D945A7}" dt="2026-04-11T14:22:16.112" v="4892" actId="207"/>
          <ac:spMkLst>
            <pc:docMk/>
            <pc:sldMk cId="4187324956" sldId="834"/>
            <ac:spMk id="3" creationId="{80955AEF-C170-8A84-70D0-DDF68EFC20C9}"/>
          </ac:spMkLst>
        </pc:spChg>
      </pc:sldChg>
    </pc:docChg>
  </pc:docChgLst>
</pc:chgInfo>
</file>

<file path=ppt/comments/modernComment_2C4_D61B073F.xml><?xml version="1.0" encoding="utf-8"?>
<p188:cmLst xmlns:a="http://schemas.openxmlformats.org/drawingml/2006/main" xmlns:r="http://schemas.openxmlformats.org/officeDocument/2006/relationships" xmlns:p188="http://schemas.microsoft.com/office/powerpoint/2018/8/main">
  <p188:cm id="{97118142-577C-47EF-BAAE-0E934B88319B}" authorId="{F30846FF-0436-857E-6A61-7F15FB93B6D2}" created="2026-04-08T16:22:20.282">
    <ac:deMkLst xmlns:ac="http://schemas.microsoft.com/office/drawing/2013/main/command">
      <pc:docMk xmlns:pc="http://schemas.microsoft.com/office/powerpoint/2013/main/command"/>
      <pc:sldMk xmlns:pc="http://schemas.microsoft.com/office/powerpoint/2013/main/command" cId="3592095551" sldId="708"/>
      <ac:picMk id="7" creationId="{EA28F3DB-AEAB-2429-F159-97FC84C9F8B2}"/>
    </ac:deMkLst>
    <p188:replyLst>
      <p188:reply id="{21938DBA-A354-40E6-9D6E-AC032DA5FE03}" authorId="{F30846FF-0436-857E-6A61-7F15FB93B6D2}" created="2026-04-08T16:39:11.151">
        <p188:txBody>
          <a:bodyPr/>
          <a:lstStyle/>
          <a:p>
            <a:r>
              <a:rPr lang="en-US"/>
              <a:t>Add a bullet point that says "PPI network for yeast mitochondrial protein Aim32p."</a:t>
            </a:r>
          </a:p>
        </p188:txBody>
      </p188:reply>
    </p188:replyLst>
    <p188:txBody>
      <a:bodyPr/>
      <a:lstStyle/>
      <a:p>
        <a:r>
          <a:rPr lang="en-US"/>
          <a:t>Same comment, crop out bounding box</a:t>
        </a:r>
      </a:p>
    </p188:txBody>
  </p188:cm>
</p188:cmLst>
</file>

<file path=ppt/comments/modernComment_2C9_C36F3965.xml><?xml version="1.0" encoding="utf-8"?>
<p188:cmLst xmlns:a="http://schemas.openxmlformats.org/drawingml/2006/main" xmlns:r="http://schemas.openxmlformats.org/officeDocument/2006/relationships" xmlns:p188="http://schemas.microsoft.com/office/powerpoint/2018/8/main">
  <p188:cm id="{183ED2C4-8984-46B1-AD4C-A9C2075C1A2D}" authorId="{F30846FF-0436-857E-6A61-7F15FB93B6D2}" created="2026-04-08T17:26:55.112">
    <pc:sldMkLst xmlns:pc="http://schemas.microsoft.com/office/powerpoint/2013/main/command">
      <pc:docMk/>
      <pc:sldMk cId="3278846309" sldId="713"/>
    </pc:sldMkLst>
    <p188:txBody>
      <a:bodyPr/>
      <a:lstStyle/>
      <a:p>
        <a:r>
          <a:rPr lang="en-US"/>
          <a:t>Lee, T. I., Rinaldi, N. J., Robert, F., Odom, D. T., Bar-Joseph, Z., Gerber, G. K., ... &amp; Young, R. A. (2002). Transcriptional regulatory networks in Saccharomyces cerevisiae. science, 298(5594), 799-804. https://doi.org/10.1126/science.1075090</a:t>
        </a:r>
      </a:p>
    </p188:txBody>
  </p188:cm>
  <p188:cm id="{C4FE3CBA-6D69-4D3C-85B7-28437BFA49A8}" authorId="{F30846FF-0436-857E-6A61-7F15FB93B6D2}" created="2026-04-08T17:28:11.633">
    <pc:sldMkLst xmlns:pc="http://schemas.microsoft.com/office/powerpoint/2013/main/command">
      <pc:docMk/>
      <pc:sldMk cId="3278846309" sldId="713"/>
    </pc:sldMkLst>
    <p188:txBody>
      <a:bodyPr/>
      <a:lstStyle/>
      <a:p>
        <a:r>
          <a:rPr lang="en-US"/>
          <a:t>Dahlquist, K. D., Dionisio, J. D. N., Fitzpatrick, B. G., Anguiano, N. A., Varshneya, A., Southwick, B. J., &amp; Samdarshi, M. (2016). GRNsight: a web application and service for visualizing models of small-to medium-scale gene regulatory networks. PeerJ Computer Science, 2, e85. https://doi.org/10.7717/peerj-cs.85</a:t>
        </a:r>
      </a:p>
    </p188:txBody>
  </p188:cm>
</p188:cmLst>
</file>

<file path=ppt/comments/modernComment_2D0_5E8B825C.xml><?xml version="1.0" encoding="utf-8"?>
<p188:cmLst xmlns:a="http://schemas.openxmlformats.org/drawingml/2006/main" xmlns:r="http://schemas.openxmlformats.org/officeDocument/2006/relationships" xmlns:p188="http://schemas.microsoft.com/office/powerpoint/2018/8/main">
  <p188:cm id="{51CA0F7C-EBE0-499B-B8ED-B005A46FD04F}" authorId="{050CC742-17C3-54B3-4E0E-240C4BB316BB}" created="2026-04-07T18:21:36.188">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0">
        <ac:context len="630" hash="1010162446"/>
      </ac:txMk>
    </ac:txMkLst>
    <p188:pos x="7767888" y="594059"/>
    <p188:replyLst>
      <p188:reply id="{6F05F940-C4BE-4C98-AD1D-AC15D6BE69C1}" authorId="{F30846FF-0436-857E-6A61-7F15FB93B6D2}" created="2026-04-08T17:05:43.815">
        <p188:txBody>
          <a:bodyPr/>
          <a:lstStyle/>
          <a:p>
            <a:r>
              <a:rPr lang="en-US"/>
              <a:t>Insert a second bullet point that says "GRNsight is an integral part of a data analysis workflow for biologists who model GRNs."</a:t>
            </a:r>
          </a:p>
        </p188:txBody>
      </p188:reply>
      <p188:reply id="{2E089E6D-8E62-498C-8534-5A42030CFCA6}" authorId="{F30846FF-0436-857E-6A61-7F15FB93B6D2}" created="2026-04-08T17:06:01.146">
        <p188:txBody>
          <a:bodyPr/>
          <a:lstStyle/>
          <a:p>
            <a:r>
              <a:rPr lang="en-US"/>
              <a:t>Protein-Protein needs a hyphen</a:t>
            </a:r>
          </a:p>
        </p188:txBody>
      </p188:reply>
    </p188:replyLst>
    <p188:txBody>
      <a:bodyPr/>
      <a:lstStyle/>
      <a:p>
        <a:r>
          <a:rPr lang="en-US"/>
          <a:t>make a hanging indent.</a:t>
        </a:r>
      </a:p>
    </p188:txBody>
  </p188:cm>
  <p188:cm id="{C935F827-410C-4DDE-BDAC-094AB9138D10}" authorId="{F30846FF-0436-857E-6A61-7F15FB93B6D2}" created="2026-04-08T17:09:04.389">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624">
        <ac:context len="630" hash="1010162446"/>
      </ac:txMk>
    </ac:txMkLst>
    <p188:pos x="6278980" y="3120690"/>
    <p188:txBody>
      <a:bodyPr/>
      <a:lstStyle/>
      <a:p>
        <a:r>
          <a:rPr lang="en-US"/>
          <a:t>Since we are adding a bullet point (other comment), I think we can take this one out.  If you want, you can add the word "scalable" between "modern and industry" in a previous bullet to retain that idea.</a:t>
        </a:r>
      </a:p>
    </p188:txBody>
  </p188:cm>
  <p188:cm id="{EB2177C6-983B-4E02-BA91-39FA8E4DC1AA}" authorId="{F30846FF-0436-857E-6A61-7F15FB93B6D2}" created="2026-04-08T17:09:31.610">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0">
        <ac:context len="630" hash="1010162446"/>
      </ac:txMk>
    </ac:txMkLst>
    <p188:pos x="5023184" y="2489032"/>
    <p188:txBody>
      <a:bodyPr/>
      <a:lstStyle/>
      <a:p>
        <a:r>
          <a:rPr lang="en-US"/>
          <a:t>add "for biologists" at the end of this sentence to emphasize who your users are.</a:t>
        </a:r>
      </a:p>
    </p188:txBody>
  </p188:cm>
  <p188:cm id="{282A6BF5-8A94-4543-9D23-189182CC3993}" authorId="{F30846FF-0436-857E-6A61-7F15FB93B6D2}" created="2026-04-08T17:09:58.722">
    <ac:txMkLst xmlns:ac="http://schemas.microsoft.com/office/drawing/2013/main/command">
      <pc:docMk xmlns:pc="http://schemas.microsoft.com/office/powerpoint/2013/main/command"/>
      <pc:sldMk xmlns:pc="http://schemas.microsoft.com/office/powerpoint/2013/main/command" cId="1586201180" sldId="720"/>
      <ac:spMk id="90" creationId="{9A3447B5-F611-380D-A7E3-8D4074165538}"/>
      <ac:txMk cp="0" len="7">
        <ac:context len="8" hash="757246413"/>
      </ac:txMk>
    </ac:txMkLst>
    <p188:pos x="1015164" y="270710"/>
    <p188:txBody>
      <a:bodyPr/>
      <a:lstStyle/>
      <a:p>
        <a:r>
          <a:rPr lang="en-US"/>
          <a:t>carry the changes made here throughout your presentation</a:t>
        </a:r>
      </a:p>
    </p188:txBody>
  </p188:cm>
</p188:cmLst>
</file>

<file path=ppt/comments/modernComment_2F1_574EDDBE.xml><?xml version="1.0" encoding="utf-8"?>
<p188:cmLst xmlns:a="http://schemas.openxmlformats.org/drawingml/2006/main" xmlns:r="http://schemas.openxmlformats.org/officeDocument/2006/relationships" xmlns:p188="http://schemas.microsoft.com/office/powerpoint/2018/8/main">
  <p188:cm id="{E46D8B36-BC30-4BB9-B4D7-B51B2B6C58C5}" authorId="{F30846FF-0436-857E-6A61-7F15FB93B6D2}" created="2026-04-08T17:15:42.755">
    <ac:deMkLst xmlns:ac="http://schemas.microsoft.com/office/drawing/2013/main/command">
      <pc:docMk xmlns:pc="http://schemas.microsoft.com/office/powerpoint/2013/main/command"/>
      <pc:sldMk xmlns:pc="http://schemas.microsoft.com/office/powerpoint/2013/main/command" cId="1464786366" sldId="753"/>
      <ac:spMk id="2" creationId="{3D1F67CF-5A6E-6240-BE61-BCEE25C643A1}"/>
    </ac:deMkLst>
    <p188:txBody>
      <a:bodyPr/>
      <a:lstStyle/>
      <a:p>
        <a:r>
          <a:rPr lang="en-US"/>
          <a:t>I think this slide can replace slides 35 and 37 and you can just walk through the differences.</a:t>
        </a:r>
      </a:p>
    </p188:txBody>
  </p188:cm>
  <p188:cm id="{EB89D14B-7422-4766-8E2A-92DCAC6EF49C}" authorId="{F30846FF-0436-857E-6A61-7F15FB93B6D2}" created="2026-04-08T17:20:30.214">
    <ac:txMkLst xmlns:ac="http://schemas.microsoft.com/office/drawing/2013/main/command">
      <pc:docMk xmlns:pc="http://schemas.microsoft.com/office/powerpoint/2013/main/command"/>
      <pc:sldMk xmlns:pc="http://schemas.microsoft.com/office/powerpoint/2013/main/command" cId="1464786366" sldId="753"/>
      <ac:graphicFrameMk id="10" creationId="{0AADA06A-14AF-0663-EDD6-2CC0BF48CE16}"/>
      <ac:tblMk/>
      <ac:tcMk rowId="549696382" colId="3843126171"/>
      <ac:txMk cp="107">
        <ac:context len="113" hash="402979766"/>
      </ac:txMk>
    </ac:txMkLst>
    <p188:pos x="8828171" y="3195888"/>
    <p188:txBody>
      <a:bodyPr/>
      <a:lstStyle/>
      <a:p>
        <a:r>
          <a:rPr lang="en-US"/>
          <a:t>Is there some way to reword these that could be more friendly to people who don't code?  For example, in Classic developers have to manually code how the application keeps track of what it is doing vs. in React, the framework automatically keeps track so the developer doesn't need extra code.</a:t>
        </a:r>
      </a:p>
    </p188:txBody>
  </p188:cm>
</p188:cmLst>
</file>

<file path=ppt/comments/modernComment_2F2_6AF67446.xml><?xml version="1.0" encoding="utf-8"?>
<p188:cmLst xmlns:a="http://schemas.openxmlformats.org/drawingml/2006/main" xmlns:r="http://schemas.openxmlformats.org/officeDocument/2006/relationships" xmlns:p188="http://schemas.microsoft.com/office/powerpoint/2018/8/main">
  <p188:cm id="{EB71A022-39EC-4B73-9212-A946ACDD1E8A}" authorId="{F30846FF-0436-857E-6A61-7F15FB93B6D2}" created="2026-04-08T17:41:02.546">
    <pc:sldMkLst xmlns:pc="http://schemas.microsoft.com/office/powerpoint/2013/main/command">
      <pc:docMk/>
      <pc:sldMk cId="1794536518" sldId="754"/>
    </pc:sldMkLst>
    <p188:replyLst>
      <p188:reply id="{D945F6BE-5EA7-4D70-BA67-EAC32A8704A4}" authorId="{F30846FF-0436-857E-6A61-7F15FB93B6D2}" created="2026-04-08T17:42:05.133">
        <p188:txBody>
          <a:bodyPr/>
          <a:lstStyle/>
          <a:p>
            <a:r>
              <a:rPr lang="en-US"/>
              <a:t>You could even show the graph zoomed in with the nodes larger to give it a better visual.</a:t>
            </a:r>
          </a:p>
        </p188:txBody>
      </p188:reply>
    </p188:replyLst>
    <p188:txBody>
      <a:bodyPr/>
      <a:lstStyle/>
      <a:p>
        <a:r>
          <a:rPr lang="en-US"/>
          <a:t>How about showing the Veiw menu and taking the opportunity to describe the viewport features of size, panning, and zooming since you have implemented those.</a:t>
        </a:r>
      </a:p>
    </p188:txBody>
  </p188:cm>
  <p188:cm id="{D9E48DAF-DE3F-4070-A00C-D901D158472A}" authorId="{F30846FF-0436-857E-6A61-7F15FB93B6D2}" created="2026-04-08T17:41:45.692">
    <ac:txMkLst xmlns:ac="http://schemas.microsoft.com/office/drawing/2013/main/command">
      <pc:docMk xmlns:pc="http://schemas.microsoft.com/office/powerpoint/2013/main/command"/>
      <pc:sldMk xmlns:pc="http://schemas.microsoft.com/office/powerpoint/2013/main/command" cId="1794536518" sldId="754"/>
      <ac:spMk id="5" creationId="{AF326B1F-4BE3-E386-0A5C-07C7A5044920}"/>
      <ac:txMk cp="52" len="22">
        <ac:context len="75" hash="3367337404"/>
      </ac:txMk>
    </ac:txMkLst>
    <p188:pos x="2368717" y="436144"/>
    <p188:txBody>
      <a:bodyPr/>
      <a:lstStyle/>
      <a:p>
        <a:r>
          <a:rPr lang="en-US"/>
          <a:t>I don't think you need this, it will give you room to add the bullet points about the viewport.</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2B701ED5-270E-4668-A574-727A39391E75}" authorId="{F30846FF-0436-857E-6A61-7F15FB93B6D2}" created="2026-04-08T16:24:13.422">
    <pc:sldMkLst xmlns:pc="http://schemas.microsoft.com/office/powerpoint/2013/main/command">
      <pc:docMk/>
      <pc:sldMk cId="0" sldId="268"/>
    </pc:sldMkLst>
    <p188:txBody>
      <a:bodyPr/>
      <a:lstStyle/>
      <a:p>
        <a:r>
          <a:rPr lang="en-US"/>
          <a:t>show an empty viewport since you are demo'ing opening a file</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6E59D2BD-B18F-44C0-907A-F335F5A86C0F}" authorId="{F30846FF-0436-857E-6A61-7F15FB93B6D2}" created="2026-04-07T18:24:17.663">
    <ac:txMkLst xmlns:ac="http://schemas.microsoft.com/office/drawing/2013/main/command">
      <pc:docMk xmlns:pc="http://schemas.microsoft.com/office/powerpoint/2013/main/command"/>
      <pc:sldMk xmlns:pc="http://schemas.microsoft.com/office/powerpoint/2013/main/command" cId="0" sldId="270"/>
      <ac:spMk id="2" creationId="{00000000-0000-0000-0000-000000000000}"/>
      <ac:txMk cp="83" len="13">
        <ac:context len="119" hash="1934282181"/>
      </ac:txMk>
    </ac:txMkLst>
    <p188:pos x="3647072" y="496302"/>
    <p188:txBody>
      <a:bodyPr/>
      <a:lstStyle/>
      <a:p>
        <a:r>
          <a:rPr lang="en-US"/>
          <a:t>italicize</a:t>
        </a:r>
      </a:p>
    </p188:txBody>
    <p188:extLst>
      <p:ext xmlns:p="http://schemas.openxmlformats.org/presentationml/2006/main" uri="{57CB4572-C831-44C2-8A1C-0ADB6CCDFE69}">
        <p223:reactions xmlns:p223="http://schemas.microsoft.com/office/powerpoint/2022/03/main">
          <p223:rxn type="👍">
            <p223:instance time="2026-04-08T13:18:23.933" authorId="{81AFC9C0-94CF-1F08-B603-C41C896D1D0E}"/>
          </p223:rxn>
        </p223:reactions>
      </p:ext>
    </p188:extLst>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F6036C3A-4100-42EC-8AF0-A3BBE7CE55A2}" authorId="{F30846FF-0436-857E-6A61-7F15FB93B6D2}" created="2026-04-08T16:24:30.313">
    <pc:sldMkLst xmlns:pc="http://schemas.microsoft.com/office/powerpoint/2013/main/command">
      <pc:docMk/>
      <pc:sldMk cId="0" sldId="271"/>
    </pc:sldMkLst>
    <p188:txBody>
      <a:bodyPr/>
      <a:lstStyle/>
      <a:p>
        <a:r>
          <a:rPr lang="en-US"/>
          <a:t>have an empty viewport in the background since you are demo'ing opeing a file</a:t>
        </a:r>
      </a:p>
    </p188:txBody>
  </p188:cm>
</p188:cmLst>
</file>

<file path=ppt/comments/modernComment_31B_4B301005.xml><?xml version="1.0" encoding="utf-8"?>
<p188:cmLst xmlns:a="http://schemas.openxmlformats.org/drawingml/2006/main" xmlns:r="http://schemas.openxmlformats.org/officeDocument/2006/relationships" xmlns:p188="http://schemas.microsoft.com/office/powerpoint/2018/8/main">
  <p188:cm id="{74BFE30C-ECE7-46A9-84D9-A601AFF39C5A}" authorId="{F30846FF-0436-857E-6A61-7F15FB93B6D2}" created="2026-04-08T16:30:53.436">
    <ac:txMkLst xmlns:ac="http://schemas.microsoft.com/office/drawing/2013/main/command">
      <pc:docMk xmlns:pc="http://schemas.microsoft.com/office/powerpoint/2013/main/command"/>
      <pc:sldMk xmlns:pc="http://schemas.microsoft.com/office/powerpoint/2013/main/command" cId="1261441029" sldId="795"/>
      <ac:spMk id="6" creationId="{3426870B-1C37-57A4-4970-C2C5B74F06E6}"/>
      <ac:txMk cp="0" len="85">
        <ac:context len="86" hash="1416048138"/>
      </ac:txMk>
    </ac:txMkLst>
    <p188:pos x="4925427" y="526381"/>
    <p188:txBody>
      <a:bodyPr/>
      <a:lstStyle/>
      <a:p>
        <a:r>
          <a:rPr lang="en-US"/>
          <a:t>GRNsight code separates...</a:t>
        </a:r>
      </a:p>
    </p188:txBody>
  </p188:cm>
  <p188:cm id="{0D75ADA6-D9BF-44AF-B4F4-9B01E5634706}" authorId="{F30846FF-0436-857E-6A61-7F15FB93B6D2}" created="2026-04-08T17:22:02.513">
    <pc:sldMkLst xmlns:pc="http://schemas.microsoft.com/office/powerpoint/2013/main/command">
      <pc:docMk/>
      <pc:sldMk cId="1261441029" sldId="795"/>
    </pc:sldMkLst>
    <p188:txBody>
      <a:bodyPr/>
      <a:lstStyle/>
      <a:p>
        <a:r>
          <a:rPr lang="en-US"/>
          <a:t>Add a bullet point that says that you refactored the code for the frontend without having to touch the backend.  That will transition you to the next slide, which would be what is currently slide 45. </a:t>
        </a:r>
      </a:p>
    </p188:txBody>
  </p188:cm>
</p188:cmLst>
</file>

<file path=ppt/comments/modernComment_32A_FBFDEE60.xml><?xml version="1.0" encoding="utf-8"?>
<p188:cmLst xmlns:a="http://schemas.openxmlformats.org/drawingml/2006/main" xmlns:r="http://schemas.openxmlformats.org/officeDocument/2006/relationships" xmlns:p188="http://schemas.microsoft.com/office/powerpoint/2018/8/main">
  <p188:cm id="{4A801E37-CAEE-4E84-ABF6-57AE84AF8E83}" authorId="{F30846FF-0436-857E-6A61-7F15FB93B6D2}" created="2026-04-08T17:37:02.980">
    <ac:txMkLst xmlns:ac="http://schemas.microsoft.com/office/drawing/2013/main/command">
      <pc:docMk xmlns:pc="http://schemas.microsoft.com/office/powerpoint/2013/main/command"/>
      <pc:sldMk xmlns:pc="http://schemas.microsoft.com/office/powerpoint/2013/main/command" cId="4227722848" sldId="810"/>
      <ac:spMk id="4" creationId="{93D23B39-2E4C-C9C8-7908-FBE73ED5ADF2}"/>
      <ac:txMk cp="0" len="86">
        <ac:context len="87" hash="3529856537"/>
      </ac:txMk>
    </ac:txMkLst>
    <p188:pos x="4654717" y="511342"/>
    <p188:txBody>
      <a:bodyPr/>
      <a:lstStyle/>
      <a:p>
        <a:r>
          <a:rPr lang="en-US"/>
          <a:t>Show the outline ahead of this slide since we added a new bullet that says this.</a:t>
        </a:r>
      </a:p>
    </p188:txBody>
  </p188:cm>
</p188:cmLst>
</file>

<file path=ppt/comments/modernComment_32B_2A5FA138.xml><?xml version="1.0" encoding="utf-8"?>
<p188:cmLst xmlns:a="http://schemas.openxmlformats.org/drawingml/2006/main" xmlns:r="http://schemas.openxmlformats.org/officeDocument/2006/relationships" xmlns:p188="http://schemas.microsoft.com/office/powerpoint/2018/8/main">
  <p188:cm id="{92C8652A-83DB-4486-BD0B-47ED54BD892B}" authorId="{050CC742-17C3-54B3-4E0E-240C4BB316BB}" created="2026-04-08T16:20:24.695">
    <ac:deMkLst xmlns:ac="http://schemas.microsoft.com/office/drawing/2013/main/command">
      <pc:docMk xmlns:pc="http://schemas.microsoft.com/office/powerpoint/2013/main/command"/>
      <pc:sldMk xmlns:pc="http://schemas.microsoft.com/office/powerpoint/2013/main/command" cId="710910264" sldId="811"/>
      <ac:picMk id="4" creationId="{5B050781-A1D6-1157-D112-E3DA3A14A98B}"/>
    </ac:deMkLst>
    <p188:replyLst>
      <p188:reply id="{6972F4B1-6E07-4410-86C2-C97183050B33}" authorId="{F30846FF-0436-857E-6A61-7F15FB93B6D2}" created="2026-04-08T16:22:04.454">
        <p188:txBody>
          <a:bodyPr/>
          <a:lstStyle/>
          <a:p>
            <a:r>
              <a:rPr lang="en-US"/>
              <a:t>Also, maybe use the block layout for this because the force graph layout has nodes overlapping (or change the sliders to see if you can get it to a state where things aren't overlapped.)</a:t>
            </a:r>
          </a:p>
        </p188:txBody>
      </p188:reply>
    </p188:replyLst>
    <p188:txBody>
      <a:bodyPr/>
      <a:lstStyle/>
      <a:p>
        <a:r>
          <a:rPr lang="en-US"/>
          <a:t>The graph would look better if you cropped out the bounding box.</a:t>
        </a:r>
      </a:p>
    </p188:txBody>
  </p188:cm>
  <p188:cm id="{AF4E3BAE-C880-4F5D-B872-6D4CC9C96A48}" authorId="{F30846FF-0436-857E-6A61-7F15FB93B6D2}" created="2026-04-08T16:38:30.276">
    <ac:txMkLst xmlns:ac="http://schemas.microsoft.com/office/drawing/2013/main/command">
      <pc:docMk xmlns:pc="http://schemas.microsoft.com/office/powerpoint/2013/main/command"/>
      <pc:sldMk xmlns:pc="http://schemas.microsoft.com/office/powerpoint/2013/main/command" cId="710910264" sldId="811"/>
      <ac:spMk id="6" creationId="{297B1B41-A4A2-652A-22BD-BB4146EA8FD5}"/>
      <ac:txMk cp="48" len="34">
        <ac:context len="120" hash="754808320"/>
      </ac:txMk>
    </ac:txMkLst>
    <p188:pos x="2564230" y="210552"/>
    <p188:txBody>
      <a:bodyPr/>
      <a:lstStyle/>
      <a:p>
        <a:r>
          <a:rPr lang="en-US"/>
          <a:t>Add a bullet that says: "Yeast GRN that controls the cold shock response"</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077D0391-4433-44E9-BE0D-E710597EF7E7}" authorId="{050CC742-17C3-54B3-4E0E-240C4BB316BB}" created="2026-04-07T18:20:15.355">
    <ac:txMkLst xmlns:ac="http://schemas.microsoft.com/office/drawing/2013/main/command">
      <pc:docMk xmlns:pc="http://schemas.microsoft.com/office/powerpoint/2013/main/command"/>
      <pc:sldMk xmlns:pc="http://schemas.microsoft.com/office/powerpoint/2013/main/command" cId="0" sldId="256"/>
      <ac:spMk id="56" creationId="{00000000-0000-0000-0000-000000000000}"/>
      <ac:txMk cp="0" len="65">
        <ac:context len="81" hash="365740134"/>
      </ac:txMk>
    </ac:txMkLst>
    <p188:pos x="5248776" y="270710"/>
    <p188:txBody>
      <a:bodyPr/>
      <a:lstStyle/>
      <a:p>
        <a:r>
          <a:rPr lang="en-US"/>
          <a:t>It's the West Coast Biological Sciences Undergraduate Research Conference.  You may want to split this onto two lines.</a:t>
        </a:r>
      </a:p>
    </p188:txBody>
    <p188:extLst>
      <p:ext xmlns:p="http://schemas.openxmlformats.org/presentationml/2006/main" uri="{57CB4572-C831-44C2-8A1C-0ADB6CCDFE69}">
        <p223:reactions xmlns:p223="http://schemas.microsoft.com/office/powerpoint/2022/03/main">
          <p223:rxn type="👍">
            <p223:instance time="2026-04-08T13:18:07.769" authorId="{81AFC9C0-94CF-1F08-B603-C41C896D1D0E}"/>
          </p223:rxn>
        </p223:reactions>
      </p:ext>
    </p188:extLst>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95DE4468-ADC4-4060-8D04-35302E06064E}" authorId="{F30846FF-0436-857E-6A61-7F15FB93B6D2}" created="2026-04-08T16:25:21.672">
    <pc:sldMkLst xmlns:pc="http://schemas.microsoft.com/office/powerpoint/2013/main/command">
      <pc:docMk/>
      <pc:sldMk cId="0" sldId="272"/>
    </pc:sldMkLst>
    <p188:txBody>
      <a:bodyPr/>
      <a:lstStyle/>
      <a:p>
        <a:r>
          <a:rPr lang="en-US"/>
          <a:t>Can you remake this screenshot so that the 2026 data is also showing as part of the drop-down menu?</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327D3903-02D1-4DEC-BF25-4F24FA924C36}" authorId="{F30846FF-0436-857E-6A61-7F15FB93B6D2}" created="2026-04-07T18:26:37.431">
    <ac:deMkLst xmlns:ac="http://schemas.microsoft.com/office/drawing/2013/main/command">
      <pc:docMk xmlns:pc="http://schemas.microsoft.com/office/powerpoint/2013/main/command"/>
      <pc:sldMk xmlns:pc="http://schemas.microsoft.com/office/powerpoint/2013/main/command" cId="0" sldId="281"/>
      <ac:picMk id="5" creationId="{8184E66C-49AA-C7D6-E9F0-9D879229AFF3}"/>
    </ac:deMkLst>
    <p188:txBody>
      <a:bodyPr/>
      <a:lstStyle/>
      <a:p>
        <a:r>
          <a:rPr lang="en-US"/>
          <a:t>We have a new picture. You can grab it from gh-pages.</a:t>
        </a:r>
      </a:p>
    </p188:txBody>
  </p188:cm>
  <p188:cm id="{6A2F7CB2-E207-477C-A39A-759D6A14E8BC}" authorId="{F30846FF-0436-857E-6A61-7F15FB93B6D2}" created="2026-04-08T16:37:06.620">
    <ac:txMkLst xmlns:ac="http://schemas.microsoft.com/office/drawing/2013/main/command">
      <pc:docMk xmlns:pc="http://schemas.microsoft.com/office/powerpoint/2013/main/command"/>
      <pc:sldMk xmlns:pc="http://schemas.microsoft.com/office/powerpoint/2013/main/command" cId="0" sldId="281"/>
      <ac:spMk id="294" creationId="{00000000-0000-0000-0000-000000000000}"/>
      <ac:txMk cp="42">
        <ac:context len="225" hash="3621994280"/>
      </ac:txMk>
    </ac:txMkLst>
    <p188:pos x="1293394" y="1007644"/>
    <p188:txBody>
      <a:bodyPr/>
      <a:lstStyle/>
      <a:p>
        <a:r>
          <a:rPr lang="en-US"/>
          <a:t>Also, I think we can skip Nikki in the list.  Maybe order the names like in the picture and say "Left to Right"</a:t>
        </a:r>
      </a:p>
    </p188:txBody>
  </p188:cm>
</p188:cmLst>
</file>

<file path=ppt/comments/modernComment_306_2A18244F.xml><?xml version="1.0" encoding="utf-8"?>
<p188:cmLst xmlns:a="http://schemas.openxmlformats.org/drawingml/2006/main" xmlns:r="http://schemas.openxmlformats.org/officeDocument/2006/relationships" xmlns:p188="http://schemas.microsoft.com/office/powerpoint/2018/8/main">
  <p188:cm id="{CE22490A-242D-4898-AE25-A48D9ED6641E}" authorId="{F30846FF-0436-857E-6A61-7F15FB93B6D2}" created="2026-04-08T17:25:22.791">
    <pc:sldMkLst xmlns:pc="http://schemas.microsoft.com/office/powerpoint/2013/main/command">
      <pc:docMk/>
      <pc:sldMk cId="706225231" sldId="774"/>
    </pc:sldMkLst>
    <p188:txBody>
      <a:bodyPr/>
      <a:lstStyle/>
      <a:p>
        <a:r>
          <a:rPr lang="en-US"/>
          <a:t>Your new outline will go here, but add a last bullet for future directions with regard to new features such as adding graph statistics.</a:t>
        </a:r>
      </a:p>
    </p188:txBody>
  </p188:cm>
</p188:cmLst>
</file>

<file path=ppt/comments/modernComment_327_E9C99D1D.xml><?xml version="1.0" encoding="utf-8"?>
<p188:cmLst xmlns:a="http://schemas.openxmlformats.org/drawingml/2006/main" xmlns:r="http://schemas.openxmlformats.org/officeDocument/2006/relationships" xmlns:p188="http://schemas.microsoft.com/office/powerpoint/2018/8/main">
  <p188:cm id="{50BB6168-455D-4505-B190-2EBFE428BA53}" authorId="{F30846FF-0436-857E-6A61-7F15FB93B6D2}" created="2026-04-08T17:37:56.918">
    <pc:sldMkLst xmlns:pc="http://schemas.microsoft.com/office/powerpoint/2013/main/command">
      <pc:docMk/>
      <pc:sldMk cId="3922304285" sldId="807"/>
    </pc:sldMkLst>
    <p188:txBody>
      <a:bodyPr/>
      <a:lstStyle/>
      <a:p>
        <a:r>
          <a:rPr lang="en-US"/>
          <a:t>Keep this outline slide here, but highlight the next two bullet points as well since you won't show the outline again until the summary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916366E9-97A0-1249-5200-D0F7B1D2B214}"/>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6B65AF39-65D3-B2C2-1A8D-53B82F3AA6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9803BF65-2944-8411-7602-87476815D9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3056898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CC893A69-87B1-3595-0805-2DECD3054556}"/>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75FB1CF0-928B-6C55-CEC6-EACB48168D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6EAB73F3-B532-9354-5CFA-59C8AAC1A1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417807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a179b1b18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E6AED238-842B-58EF-9E55-BE14010035C6}"/>
            </a:ext>
          </a:extLst>
        </p:cNvPr>
        <p:cNvGrpSpPr/>
        <p:nvPr/>
      </p:nvGrpSpPr>
      <p:grpSpPr>
        <a:xfrm>
          <a:off x="0" y="0"/>
          <a:ext cx="0" cy="0"/>
          <a:chOff x="0" y="0"/>
          <a:chExt cx="0" cy="0"/>
        </a:xfrm>
      </p:grpSpPr>
      <p:sp>
        <p:nvSpPr>
          <p:cNvPr id="94" name="Google Shape;94;g3a179b1b18c_0_5:notes">
            <a:extLst>
              <a:ext uri="{FF2B5EF4-FFF2-40B4-BE49-F238E27FC236}">
                <a16:creationId xmlns:a16="http://schemas.microsoft.com/office/drawing/2014/main" id="{5F4FD838-5AFD-1ED9-BD46-3D74A22C67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a179b1b18c_0_5:notes">
            <a:extLst>
              <a:ext uri="{FF2B5EF4-FFF2-40B4-BE49-F238E27FC236}">
                <a16:creationId xmlns:a16="http://schemas.microsoft.com/office/drawing/2014/main" id="{06F1B1F9-CFF8-1F36-1716-9548E2607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022024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D1B76181-72EA-2953-36C0-4FFDD0471003}"/>
            </a:ext>
          </a:extLst>
        </p:cNvPr>
        <p:cNvGrpSpPr/>
        <p:nvPr/>
      </p:nvGrpSpPr>
      <p:grpSpPr>
        <a:xfrm>
          <a:off x="0" y="0"/>
          <a:ext cx="0" cy="0"/>
          <a:chOff x="0" y="0"/>
          <a:chExt cx="0" cy="0"/>
        </a:xfrm>
      </p:grpSpPr>
      <p:sp>
        <p:nvSpPr>
          <p:cNvPr id="94" name="Google Shape;94;g3a179b1b18c_0_5:notes">
            <a:extLst>
              <a:ext uri="{FF2B5EF4-FFF2-40B4-BE49-F238E27FC236}">
                <a16:creationId xmlns:a16="http://schemas.microsoft.com/office/drawing/2014/main" id="{3B4F1C60-BFDC-5CA7-3B19-5AD10BAD3C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a179b1b18c_0_5:notes">
            <a:extLst>
              <a:ext uri="{FF2B5EF4-FFF2-40B4-BE49-F238E27FC236}">
                <a16:creationId xmlns:a16="http://schemas.microsoft.com/office/drawing/2014/main" id="{D9D3366D-B5D4-6389-4B8B-0265327F71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Each node represents a regulatory transcription factor and each edge is a regulatory relationship</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509868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179b1b18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a179b1b18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Maika: Nearly all cell functions occur because proteins bind to each other.  These physical interactions are called protein-protein interactions (PPI).  It might be useful to re-show your central model figure on one side and then highlight that a PPI is what happens when the proteins bind to each other.</a:t>
            </a:r>
          </a:p>
        </p:txBody>
      </p:sp>
    </p:spTree>
    <p:extLst>
      <p:ext uri="{BB962C8B-B14F-4D97-AF65-F5344CB8AC3E}">
        <p14:creationId xmlns:p14="http://schemas.microsoft.com/office/powerpoint/2010/main" val="1735763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75944E6C-021B-648C-B5CB-BD9886BB5C57}"/>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141F0804-05FD-2DBC-5E4F-FD397CF1D4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500AA75F-AAF5-0F21-C8B6-2432D407B1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1122166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BA5D-8D20-BCD6-6D32-B377F3817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118CF-CA1F-2B3A-81AC-8789734A5CE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25871B5-3871-B577-2F4B-266FECE1D75B}"/>
              </a:ext>
            </a:extLst>
          </p:cNvPr>
          <p:cNvSpPr>
            <a:spLocks noGrp="1"/>
          </p:cNvSpPr>
          <p:nvPr>
            <p:ph type="body" idx="1"/>
          </p:nvPr>
        </p:nvSpPr>
        <p:spPr/>
        <p:txBody>
          <a:bodyPr/>
          <a:lstStyle/>
          <a:p>
            <a:r>
              <a:rPr lang="en-US"/>
              <a:t>Maika</a:t>
            </a:r>
          </a:p>
        </p:txBody>
      </p:sp>
    </p:spTree>
    <p:extLst>
      <p:ext uri="{BB962C8B-B14F-4D97-AF65-F5344CB8AC3E}">
        <p14:creationId xmlns:p14="http://schemas.microsoft.com/office/powerpoint/2010/main" val="680681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30235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err="1"/>
              <a:t>GRNmap</a:t>
            </a:r>
            <a:r>
              <a:rPr lang="en-US" dirty="0"/>
              <a:t>:  MATLAB software that uses differential equations on </a:t>
            </a:r>
            <a:r>
              <a:rPr lang="en-US" dirty="0" err="1"/>
              <a:t>timecourse</a:t>
            </a:r>
            <a:r>
              <a:rPr lang="en-US"/>
              <a:t> gene expression data to empirically calculate the production rates of transcription factors to determine whether they activate or repress one another and it outputs edge weight values</a:t>
            </a:r>
          </a:p>
        </p:txBody>
      </p:sp>
    </p:spTree>
    <p:extLst>
      <p:ext uri="{BB962C8B-B14F-4D97-AF65-F5344CB8AC3E}">
        <p14:creationId xmlns:p14="http://schemas.microsoft.com/office/powerpoint/2010/main" val="1907937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Maika</a:t>
            </a:r>
          </a:p>
        </p:txBody>
      </p:sp>
    </p:spTree>
    <p:extLst>
      <p:ext uri="{BB962C8B-B14F-4D97-AF65-F5344CB8AC3E}">
        <p14:creationId xmlns:p14="http://schemas.microsoft.com/office/powerpoint/2010/main" val="882283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2693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C62E7D7E-3A9E-C719-2C8B-C581673BA391}"/>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72EFB433-A7CB-AFAF-7A22-675E62CE10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2820848B-972C-C436-9165-C04AD61002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1453871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a:t>Cecilia</a:t>
            </a:r>
          </a:p>
        </p:txBody>
      </p:sp>
    </p:spTree>
    <p:extLst>
      <p:ext uri="{BB962C8B-B14F-4D97-AF65-F5344CB8AC3E}">
        <p14:creationId xmlns:p14="http://schemas.microsoft.com/office/powerpoint/2010/main" val="936304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42EA-0663-12FF-084B-1AF3F6685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C61D2-D650-1E46-D391-F0B022C71C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17A202-4896-4350-2033-765272030AB0}"/>
              </a:ext>
            </a:extLst>
          </p:cNvPr>
          <p:cNvSpPr>
            <a:spLocks noGrp="1"/>
          </p:cNvSpPr>
          <p:nvPr>
            <p:ph type="body" idx="1"/>
          </p:nvPr>
        </p:nvSpPr>
        <p:spPr/>
        <p:txBody>
          <a:bodyPr/>
          <a:lstStyle/>
          <a:p>
            <a:pPr marL="0" indent="0">
              <a:buFont typeface="Arial" panose="020B0604020202020204" pitchFamily="34" charset="0"/>
              <a:buNone/>
            </a:pPr>
            <a:r>
              <a:rPr lang="en-US" sz="1100">
                <a:solidFill>
                  <a:schemeClr val="tx1"/>
                </a:solidFill>
              </a:rPr>
              <a:t>Cecilia</a:t>
            </a:r>
          </a:p>
          <a:p>
            <a:pPr marL="285750" indent="-285750">
              <a:buFont typeface="Arial" panose="020B0604020202020204" pitchFamily="34" charset="0"/>
              <a:buChar char="•"/>
            </a:pPr>
            <a:r>
              <a:rPr lang="en-US" sz="1100">
                <a:solidFill>
                  <a:schemeClr val="tx1"/>
                </a:solidFill>
              </a:rPr>
              <a:t>Improved code readability and state-management</a:t>
            </a:r>
          </a:p>
          <a:p>
            <a:pPr marL="742950" lvl="1" indent="-285750">
              <a:buFont typeface="Arial" panose="020B0604020202020204" pitchFamily="34" charset="0"/>
              <a:buChar char="•"/>
            </a:pPr>
            <a:r>
              <a:rPr lang="en-US" sz="1100">
                <a:solidFill>
                  <a:schemeClr val="tx1"/>
                </a:solidFill>
              </a:rPr>
              <a:t>code is more modular because of the nature of component behavior</a:t>
            </a:r>
          </a:p>
          <a:p>
            <a:pPr marL="285750" lvl="0" indent="-285750">
              <a:buFont typeface="Arial" panose="020B0604020202020204" pitchFamily="34" charset="0"/>
              <a:buChar char="•"/>
            </a:pPr>
            <a:r>
              <a:rPr lang="en-US" sz="1100">
                <a:solidFill>
                  <a:schemeClr val="tx1"/>
                </a:solidFill>
              </a:rPr>
              <a:t>migrated testing framework over to </a:t>
            </a:r>
            <a:r>
              <a:rPr lang="en-US" sz="1100" err="1">
                <a:solidFill>
                  <a:schemeClr val="tx1"/>
                </a:solidFill>
              </a:rPr>
              <a:t>vitest</a:t>
            </a:r>
            <a:r>
              <a:rPr lang="en-US" sz="1100">
                <a:solidFill>
                  <a:schemeClr val="tx1"/>
                </a:solidFill>
              </a:rPr>
              <a:t> because it is built-in framework for </a:t>
            </a:r>
            <a:r>
              <a:rPr lang="en-US" sz="1100" err="1">
                <a:solidFill>
                  <a:schemeClr val="tx1"/>
                </a:solidFill>
              </a:rPr>
              <a:t>vite</a:t>
            </a:r>
            <a:r>
              <a:rPr lang="en-US" sz="1100">
                <a:solidFill>
                  <a:schemeClr val="tx1"/>
                </a:solidFill>
              </a:rPr>
              <a:t>, which allows us to create optimized builds of web app for development and release to production. in Classic just use Node.js</a:t>
            </a:r>
          </a:p>
          <a:p>
            <a:pPr marL="285750" indent="-285750">
              <a:buFont typeface="Arial" panose="020B0604020202020204" pitchFamily="34" charset="0"/>
              <a:buChar char="•"/>
            </a:pPr>
            <a:r>
              <a:rPr lang="en-US" sz="1100">
                <a:solidFill>
                  <a:schemeClr val="tx1"/>
                </a:solidFill>
              </a:rPr>
              <a:t>Advanced interactive features</a:t>
            </a:r>
          </a:p>
          <a:p>
            <a:pPr marL="285750" indent="-285750">
              <a:buFont typeface="Arial" panose="020B0604020202020204" pitchFamily="34" charset="0"/>
              <a:buChar char="•"/>
            </a:pPr>
            <a:r>
              <a:rPr lang="en-US" sz="1100">
                <a:solidFill>
                  <a:schemeClr val="tx1"/>
                </a:solidFill>
              </a:rPr>
              <a:t>GRNsight positioned to continue expanding functionality as new visualization needs arise</a:t>
            </a:r>
          </a:p>
        </p:txBody>
      </p:sp>
    </p:spTree>
    <p:extLst>
      <p:ext uri="{BB962C8B-B14F-4D97-AF65-F5344CB8AC3E}">
        <p14:creationId xmlns:p14="http://schemas.microsoft.com/office/powerpoint/2010/main" val="4031546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D12B6B58-2854-F4B6-4551-9039BF596DFD}"/>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722DCAA9-FE86-0737-0A7A-C22143EA7E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62F96DF9-C33F-BF9C-447E-E56F93CD1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2941964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5BF69-0FB5-7130-D677-FA21B6A9D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814C0-5D83-C685-759C-0C2D7254E0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F15D47B-ECD2-B7D8-9B2E-42C7200D6DD0}"/>
              </a:ext>
            </a:extLst>
          </p:cNvPr>
          <p:cNvSpPr>
            <a:spLocks noGrp="1"/>
          </p:cNvSpPr>
          <p:nvPr>
            <p:ph type="body" idx="1"/>
          </p:nvPr>
        </p:nvSpPr>
        <p:spPr/>
        <p:txBody>
          <a:bodyPr/>
          <a:lstStyle/>
          <a:p>
            <a:pPr marL="228600" indent="-228600">
              <a:buFont typeface="Arial,Sans-Serif"/>
              <a:buChar char="•"/>
            </a:pPr>
            <a:r>
              <a:rPr lang="en-US"/>
              <a:t>Cecilia</a:t>
            </a:r>
          </a:p>
          <a:p>
            <a:pPr marL="228600" indent="-228600">
              <a:buFont typeface="Arial,Sans-Serif"/>
              <a:buChar char="•"/>
            </a:pPr>
            <a:r>
              <a:rPr lang="en-US"/>
              <a:t>can display graphs and demos</a:t>
            </a:r>
          </a:p>
        </p:txBody>
      </p:sp>
    </p:spTree>
    <p:extLst>
      <p:ext uri="{BB962C8B-B14F-4D97-AF65-F5344CB8AC3E}">
        <p14:creationId xmlns:p14="http://schemas.microsoft.com/office/powerpoint/2010/main" val="438463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indent="-228600">
              <a:buFont typeface="Arial,Sans-Serif"/>
              <a:buChar char="•"/>
            </a:pPr>
            <a:r>
              <a:rPr lang="en-US"/>
              <a:t>Cecilia</a:t>
            </a:r>
          </a:p>
          <a:p>
            <a:pPr marL="228600" indent="-228600">
              <a:buFont typeface="Arial,Sans-Serif"/>
              <a:buChar char="•"/>
            </a:pPr>
            <a:r>
              <a:rPr lang="en-US"/>
              <a:t>State management and component structure allows for more complex UI manipulation</a:t>
            </a:r>
          </a:p>
          <a:p>
            <a:pPr marL="685800" lvl="1" indent="-228600">
              <a:buFont typeface="Arial,Sans-Serif"/>
              <a:buChar char="•"/>
            </a:pPr>
            <a:r>
              <a:rPr lang="en-US"/>
              <a:t>easier to pass value across the app, and any changes made to a variable in one place in the app can cause a re-render of the graph, see updates immediately without any extra work</a:t>
            </a:r>
          </a:p>
          <a:p>
            <a:pPr marL="228600" indent="-228600">
              <a:buFont typeface="Arial,Sans-Serif"/>
              <a:buChar char="•"/>
            </a:pPr>
            <a:r>
              <a:rPr lang="en-US"/>
              <a:t>Also easier to enhance user interaction</a:t>
            </a:r>
          </a:p>
          <a:p>
            <a:pPr marL="685800" lvl="1" indent="-228600">
              <a:buFont typeface="Courier New,monospace"/>
              <a:buChar char="o"/>
            </a:pPr>
            <a:r>
              <a:rPr lang="en-US"/>
              <a:t>Can easily hide or show panels without too much extra work (because of state variables)</a:t>
            </a:r>
          </a:p>
          <a:p>
            <a:pPr marL="0" indent="0">
              <a:buNone/>
            </a:pPr>
            <a:endParaRPr lang="en-US"/>
          </a:p>
          <a:p>
            <a:endParaRPr lang="en-US"/>
          </a:p>
        </p:txBody>
      </p:sp>
    </p:spTree>
    <p:extLst>
      <p:ext uri="{BB962C8B-B14F-4D97-AF65-F5344CB8AC3E}">
        <p14:creationId xmlns:p14="http://schemas.microsoft.com/office/powerpoint/2010/main" val="1995072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2AB2B-A856-6EC3-B5BF-EE1B20E49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8DCF2-8DCB-E5EA-624A-CC48656EE69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2DD7A33-A4D0-A66D-DAF6-C3A6DDE3B2D7}"/>
              </a:ext>
            </a:extLst>
          </p:cNvPr>
          <p:cNvSpPr>
            <a:spLocks noGrp="1"/>
          </p:cNvSpPr>
          <p:nvPr>
            <p:ph type="body" idx="1"/>
          </p:nvPr>
        </p:nvSpPr>
        <p:spPr/>
        <p:txBody>
          <a:bodyPr/>
          <a:lstStyle/>
          <a:p>
            <a:pPr marL="228600" indent="-228600">
              <a:buFont typeface="Arial,Sans-Serif"/>
              <a:buChar char="•"/>
            </a:pPr>
            <a:r>
              <a:rPr lang="en-US"/>
              <a:t>we had a bug in classic where the arrowhead for the edge was too far to one side of the node, and this was fixed in react code over</a:t>
            </a:r>
          </a:p>
          <a:p>
            <a:pPr marL="228600" indent="-228600">
              <a:buFont typeface="Arial,Sans-Serif"/>
              <a:buChar char="•"/>
            </a:pPr>
            <a:r>
              <a:rPr lang="en-US"/>
              <a:t>illustrates that benefit to migrating code over, although it may require time and effort, can allow for improvements of app and resolution of long-standing bug issues</a:t>
            </a:r>
          </a:p>
          <a:p>
            <a:pPr marL="228600" indent="-228600">
              <a:buFont typeface="Arial,Sans-Serif"/>
              <a:buChar char="•"/>
            </a:pPr>
            <a:endParaRPr lang="en-US"/>
          </a:p>
        </p:txBody>
      </p:sp>
    </p:spTree>
    <p:extLst>
      <p:ext uri="{BB962C8B-B14F-4D97-AF65-F5344CB8AC3E}">
        <p14:creationId xmlns:p14="http://schemas.microsoft.com/office/powerpoint/2010/main" val="4156415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6F5F450A-F9B8-CBD1-344F-86261534477D}"/>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C417137F-2C63-5FF1-2F53-45791430BC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AB791E01-E53C-3F3E-CAE2-19AB317440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Cecilia</a:t>
            </a:r>
          </a:p>
        </p:txBody>
      </p:sp>
    </p:spTree>
    <p:extLst>
      <p:ext uri="{BB962C8B-B14F-4D97-AF65-F5344CB8AC3E}">
        <p14:creationId xmlns:p14="http://schemas.microsoft.com/office/powerpoint/2010/main" val="1764696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179b1b18c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a179b1b18c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 the slides I provide, there is a QR code for GRNsight and the picture of you all from the LMU URS last Spring.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8BA7F81B-5DC8-736E-2703-E9CA2919BA56}"/>
            </a:ext>
          </a:extLst>
        </p:cNvPr>
        <p:cNvGrpSpPr/>
        <p:nvPr/>
      </p:nvGrpSpPr>
      <p:grpSpPr>
        <a:xfrm>
          <a:off x="0" y="0"/>
          <a:ext cx="0" cy="0"/>
          <a:chOff x="0" y="0"/>
          <a:chExt cx="0" cy="0"/>
        </a:xfrm>
      </p:grpSpPr>
      <p:sp>
        <p:nvSpPr>
          <p:cNvPr id="284" name="Google Shape;284;g3a179b1b18c_0_149:notes">
            <a:extLst>
              <a:ext uri="{FF2B5EF4-FFF2-40B4-BE49-F238E27FC236}">
                <a16:creationId xmlns:a16="http://schemas.microsoft.com/office/drawing/2014/main" id="{6E741720-8874-A0FC-7DD3-97055EDE9B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a179b1b18c_0_149:notes">
            <a:extLst>
              <a:ext uri="{FF2B5EF4-FFF2-40B4-BE49-F238E27FC236}">
                <a16:creationId xmlns:a16="http://schemas.microsoft.com/office/drawing/2014/main" id="{C3103349-48E0-6366-48DA-2878599656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5798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16693E"/>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30129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16693E"/>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17829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4/14/26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37386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18/10/relationships/comments" Target="../comments/modernComment_2D0_5E8B825C.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microsoft.com/office/2018/10/relationships/comments" Target="../comments/modernComment_32B_2A5FA138.xm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18/10/relationships/comments" Target="../comments/modernComment_2C4_D61B073F.xm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18/10/relationships/comments" Target="../comments/modernComment_32A_FBFDEE60.xml"/><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10.xml"/><Relationship Id="rId16" Type="http://schemas.openxmlformats.org/officeDocument/2006/relationships/image" Target="../media/image22.png"/><Relationship Id="rId1" Type="http://schemas.openxmlformats.org/officeDocument/2006/relationships/slideLayout" Target="../slideLayouts/slideLayout11.xml"/><Relationship Id="rId6" Type="http://schemas.openxmlformats.org/officeDocument/2006/relationships/image" Target="../media/image12.png"/><Relationship Id="rId11" Type="http://schemas.openxmlformats.org/officeDocument/2006/relationships/image" Target="../media/image19.png"/><Relationship Id="rId5" Type="http://schemas.openxmlformats.org/officeDocument/2006/relationships/image" Target="../media/image11.png"/><Relationship Id="rId1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0.jpeg"/><Relationship Id="rId9" Type="http://schemas.openxmlformats.org/officeDocument/2006/relationships/image" Target="../media/image17.png"/><Relationship Id="rId1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4.jpe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9.png"/><Relationship Id="rId17" Type="http://schemas.openxmlformats.org/officeDocument/2006/relationships/image" Target="../media/image22.png"/><Relationship Id="rId2" Type="http://schemas.openxmlformats.org/officeDocument/2006/relationships/notesSlide" Target="../notesSlides/notesSlide11.xml"/><Relationship Id="rId16" Type="http://schemas.openxmlformats.org/officeDocument/2006/relationships/image" Target="../media/image14.png"/><Relationship Id="rId1" Type="http://schemas.openxmlformats.org/officeDocument/2006/relationships/slideLayout" Target="../slideLayouts/slideLayout11.xml"/><Relationship Id="rId6" Type="http://schemas.openxmlformats.org/officeDocument/2006/relationships/image" Target="../media/image11.png"/><Relationship Id="rId11" Type="http://schemas.openxmlformats.org/officeDocument/2006/relationships/image" Target="../media/image18.png"/><Relationship Id="rId5" Type="http://schemas.openxmlformats.org/officeDocument/2006/relationships/image" Target="../media/image10.jpeg"/><Relationship Id="rId15" Type="http://schemas.openxmlformats.org/officeDocument/2006/relationships/image" Target="../media/image21.png"/><Relationship Id="rId10" Type="http://schemas.openxmlformats.org/officeDocument/2006/relationships/image" Target="../media/image17.png"/><Relationship Id="rId4" Type="http://schemas.openxmlformats.org/officeDocument/2006/relationships/image" Target="../media/image23.emf"/><Relationship Id="rId9" Type="http://schemas.openxmlformats.org/officeDocument/2006/relationships/image" Target="../media/image16.png"/><Relationship Id="rId1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9.png"/><Relationship Id="rId18" Type="http://schemas.openxmlformats.org/officeDocument/2006/relationships/image" Target="../media/image22.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8.png"/><Relationship Id="rId17" Type="http://schemas.openxmlformats.org/officeDocument/2006/relationships/image" Target="../media/image14.png"/><Relationship Id="rId2" Type="http://schemas.openxmlformats.org/officeDocument/2006/relationships/notesSlide" Target="../notesSlides/notesSlide12.xml"/><Relationship Id="rId16" Type="http://schemas.openxmlformats.org/officeDocument/2006/relationships/image" Target="../media/image21.png"/><Relationship Id="rId1" Type="http://schemas.openxmlformats.org/officeDocument/2006/relationships/slideLayout" Target="../slideLayouts/slideLayout11.xml"/><Relationship Id="rId6" Type="http://schemas.openxmlformats.org/officeDocument/2006/relationships/image" Target="../media/image10.jpeg"/><Relationship Id="rId11" Type="http://schemas.openxmlformats.org/officeDocument/2006/relationships/image" Target="../media/image17.png"/><Relationship Id="rId5" Type="http://schemas.openxmlformats.org/officeDocument/2006/relationships/image" Target="../media/image23.emf"/><Relationship Id="rId15" Type="http://schemas.openxmlformats.org/officeDocument/2006/relationships/image" Target="../media/image13.png"/><Relationship Id="rId10" Type="http://schemas.openxmlformats.org/officeDocument/2006/relationships/image" Target="../media/image16.png"/><Relationship Id="rId19" Type="http://schemas.openxmlformats.org/officeDocument/2006/relationships/image" Target="../media/image24.jpeg"/><Relationship Id="rId4" Type="http://schemas.openxmlformats.org/officeDocument/2006/relationships/image" Target="../media/image25.png"/><Relationship Id="rId9" Type="http://schemas.openxmlformats.org/officeDocument/2006/relationships/image" Target="../media/image15.png"/><Relationship Id="rId1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microsoft.com/office/2018/10/relationships/comments" Target="../comments/modernComment_10C_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microsoft.com/office/2018/10/relationships/comments" Target="../comments/modernComment_10E_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microsoft.com/office/2018/10/relationships/comments" Target="../comments/modernComment_10F_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microsoft.com/office/2018/10/relationships/comments" Target="../comments/modernComment_110_0.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327_E9C99D1D.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31B_4B301005.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5.svg"/></Relationships>
</file>

<file path=ppt/slides/_rels/slide36.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4.png"/><Relationship Id="rId18" Type="http://schemas.openxmlformats.org/officeDocument/2006/relationships/image" Target="../media/image58.png"/><Relationship Id="rId3" Type="http://schemas.microsoft.com/office/2018/10/relationships/comments" Target="../comments/modernComment_2F1_574EDDBE.xml"/><Relationship Id="rId7" Type="http://schemas.openxmlformats.org/officeDocument/2006/relationships/image" Target="../media/image49.png"/><Relationship Id="rId12" Type="http://schemas.openxmlformats.org/officeDocument/2006/relationships/image" Target="../media/image53.png"/><Relationship Id="rId17" Type="http://schemas.microsoft.com/office/2007/relationships/hdphoto" Target="../media/hdphoto2.wdp"/><Relationship Id="rId2" Type="http://schemas.openxmlformats.org/officeDocument/2006/relationships/notesSlide" Target="../notesSlides/notesSlide16.xml"/><Relationship Id="rId16" Type="http://schemas.openxmlformats.org/officeDocument/2006/relationships/image" Target="../media/image57.png"/><Relationship Id="rId20" Type="http://schemas.openxmlformats.org/officeDocument/2006/relationships/image" Target="../media/image60.png"/><Relationship Id="rId1" Type="http://schemas.openxmlformats.org/officeDocument/2006/relationships/slideLayout" Target="../slideLayouts/slideLayout11.xml"/><Relationship Id="rId6" Type="http://schemas.openxmlformats.org/officeDocument/2006/relationships/image" Target="../media/image48.png"/><Relationship Id="rId11" Type="http://schemas.microsoft.com/office/2007/relationships/hdphoto" Target="../media/hdphoto1.wdp"/><Relationship Id="rId5" Type="http://schemas.openxmlformats.org/officeDocument/2006/relationships/image" Target="../media/image47.png"/><Relationship Id="rId15" Type="http://schemas.openxmlformats.org/officeDocument/2006/relationships/image" Target="../media/image56.png"/><Relationship Id="rId10" Type="http://schemas.openxmlformats.org/officeDocument/2006/relationships/image" Target="../media/image52.png"/><Relationship Id="rId19" Type="http://schemas.openxmlformats.org/officeDocument/2006/relationships/image" Target="../media/image59.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microsoft.com/office/2018/10/relationships/comments" Target="../comments/modernComment_2F2_6AF67446.xml"/><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hyperlink" Target="https://dondi.github.io/GRNsight/react-thesis-4081/" TargetMode="External"/><Relationship Id="rId5" Type="http://schemas.openxmlformats.org/officeDocument/2006/relationships/image" Target="../media/image62.png"/><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65.png"/><Relationship Id="rId4" Type="http://schemas.openxmlformats.org/officeDocument/2006/relationships/image" Target="../media/image64.png"/></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microsoft.com/office/2018/10/relationships/comments" Target="../comments/modernComment_306_2A18244F.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119_0.xml"/><Relationship Id="rId7" Type="http://schemas.openxmlformats.org/officeDocument/2006/relationships/image" Target="../media/image71.jpe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3.xml.rels><?xml version="1.0" encoding="UTF-8" standalone="yes"?>
<Relationships xmlns="http://schemas.openxmlformats.org/package/2006/relationships"><Relationship Id="rId3" Type="http://schemas.microsoft.com/office/2018/10/relationships/comments" Target="../comments/modernComment_2C9_C36F3965.xm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hyperlink" Target="https://doi.org/10.7717/peerj-cs.85" TargetMode="External"/><Relationship Id="rId4" Type="http://schemas.openxmlformats.org/officeDocument/2006/relationships/hyperlink" Target="https://doi.org/10.1126/science.107509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339150"/>
            <a:ext cx="8520600" cy="2232600"/>
          </a:xfrm>
          <a:prstGeom prst="rect">
            <a:avLst/>
          </a:prstGeom>
        </p:spPr>
        <p:txBody>
          <a:bodyPr spcFirstLastPara="1" wrap="square" lIns="91425" tIns="91425" rIns="91425" bIns="91425" anchor="t" anchorCtr="0">
            <a:normAutofit/>
          </a:bodyPr>
          <a:lstStyle/>
          <a:p>
            <a:pPr algn="l"/>
            <a:r>
              <a:rPr lang="en" sz="2800" dirty="0">
                <a:solidFill>
                  <a:srgbClr val="16693F"/>
                </a:solidFill>
              </a:rPr>
              <a:t>Major Front-End Migration for GRNsight,</a:t>
            </a:r>
            <a:br>
              <a:rPr lang="en" sz="2800" dirty="0">
                <a:solidFill>
                  <a:srgbClr val="16693F"/>
                </a:solidFill>
              </a:rPr>
            </a:br>
            <a:r>
              <a:rPr lang="en" sz="2800" dirty="0">
                <a:solidFill>
                  <a:srgbClr val="16693F"/>
                </a:solidFill>
              </a:rPr>
              <a:t>a Web Application for Visualizing Gene Regulatory and Protein-Protein Interaction Network Models</a:t>
            </a:r>
            <a:endParaRPr lang="en-US" sz="2800" dirty="0"/>
          </a:p>
        </p:txBody>
      </p:sp>
      <p:sp>
        <p:nvSpPr>
          <p:cNvPr id="55" name="Google Shape;55;p13"/>
          <p:cNvSpPr txBox="1">
            <a:spLocks noGrp="1"/>
          </p:cNvSpPr>
          <p:nvPr>
            <p:ph type="subTitle" idx="1"/>
          </p:nvPr>
        </p:nvSpPr>
        <p:spPr>
          <a:xfrm>
            <a:off x="311700" y="2601191"/>
            <a:ext cx="8520600" cy="1265700"/>
          </a:xfrm>
          <a:prstGeom prst="rect">
            <a:avLst/>
          </a:prstGeom>
        </p:spPr>
        <p:txBody>
          <a:bodyPr spcFirstLastPara="1" wrap="square" lIns="91425" tIns="91425" rIns="91425" bIns="91425" anchor="t" anchorCtr="0">
            <a:noAutofit/>
          </a:bodyPr>
          <a:lstStyle/>
          <a:p>
            <a:pPr marL="0" indent="0" algn="l">
              <a:lnSpc>
                <a:spcPct val="115000"/>
              </a:lnSpc>
              <a:buSzPts val="605"/>
            </a:pPr>
            <a:r>
              <a:rPr lang="en" sz="2200" b="1" dirty="0">
                <a:solidFill>
                  <a:schemeClr val="tx1"/>
                </a:solidFill>
              </a:rPr>
              <a:t>Cecilia J. Zaragoza</a:t>
            </a:r>
            <a:endParaRPr sz="2200" b="1" dirty="0">
              <a:solidFill>
                <a:schemeClr val="tx1"/>
              </a:solidFill>
            </a:endParaRPr>
          </a:p>
          <a:p>
            <a:pPr marL="0" lvl="0" indent="0" algn="l" rtl="0">
              <a:lnSpc>
                <a:spcPct val="115000"/>
              </a:lnSpc>
              <a:spcBef>
                <a:spcPts val="0"/>
              </a:spcBef>
              <a:spcAft>
                <a:spcPts val="0"/>
              </a:spcAft>
              <a:buSzPts val="605"/>
              <a:buNone/>
            </a:pPr>
            <a:r>
              <a:rPr lang="en" sz="2200" b="1" dirty="0">
                <a:solidFill>
                  <a:schemeClr val="tx1"/>
                </a:solidFill>
              </a:rPr>
              <a:t>Department of Computer Science</a:t>
            </a:r>
            <a:endParaRPr sz="2200" b="1" dirty="0">
              <a:solidFill>
                <a:schemeClr val="tx1"/>
              </a:solidFill>
            </a:endParaRPr>
          </a:p>
          <a:p>
            <a:pPr marL="0" lvl="0" indent="0" algn="l" rtl="0">
              <a:lnSpc>
                <a:spcPct val="115000"/>
              </a:lnSpc>
              <a:spcBef>
                <a:spcPts val="0"/>
              </a:spcBef>
              <a:spcAft>
                <a:spcPts val="0"/>
              </a:spcAft>
              <a:buSzPts val="605"/>
              <a:buNone/>
            </a:pPr>
            <a:r>
              <a:rPr lang="en" sz="2200" b="1" dirty="0">
                <a:solidFill>
                  <a:schemeClr val="tx1"/>
                </a:solidFill>
              </a:rPr>
              <a:t>Loyola Marymount University</a:t>
            </a:r>
            <a:endParaRPr sz="2200" b="1" dirty="0">
              <a:solidFill>
                <a:schemeClr val="tx1"/>
              </a:solidFill>
            </a:endParaRPr>
          </a:p>
        </p:txBody>
      </p:sp>
      <p:sp>
        <p:nvSpPr>
          <p:cNvPr id="56" name="Google Shape;56;p13"/>
          <p:cNvSpPr txBox="1">
            <a:spLocks noGrp="1"/>
          </p:cNvSpPr>
          <p:nvPr>
            <p:ph type="subTitle" idx="1"/>
          </p:nvPr>
        </p:nvSpPr>
        <p:spPr>
          <a:xfrm>
            <a:off x="311700" y="4075250"/>
            <a:ext cx="5495588" cy="792600"/>
          </a:xfrm>
          <a:prstGeom prst="rect">
            <a:avLst/>
          </a:prstGeom>
        </p:spPr>
        <p:txBody>
          <a:bodyPr spcFirstLastPara="1" wrap="square" lIns="91425" tIns="91425" rIns="91425" bIns="91425" anchor="t" anchorCtr="0">
            <a:noAutofit/>
          </a:bodyPr>
          <a:lstStyle/>
          <a:p>
            <a:pPr marL="0" indent="0" algn="l">
              <a:lnSpc>
                <a:spcPct val="114000"/>
              </a:lnSpc>
              <a:buSzPts val="605"/>
            </a:pPr>
            <a:r>
              <a:rPr lang="en" sz="1400" b="1" dirty="0">
                <a:solidFill>
                  <a:schemeClr val="tx1"/>
                </a:solidFill>
              </a:rPr>
              <a:t>West Coast Biological Sciences</a:t>
            </a:r>
          </a:p>
          <a:p>
            <a:pPr marL="0" indent="0" algn="l">
              <a:lnSpc>
                <a:spcPct val="114000"/>
              </a:lnSpc>
              <a:buSzPts val="605"/>
            </a:pPr>
            <a:r>
              <a:rPr lang="en" sz="1400" b="1" dirty="0">
                <a:solidFill>
                  <a:schemeClr val="tx1"/>
                </a:solidFill>
              </a:rPr>
              <a:t>Undergraduate Research Conference </a:t>
            </a:r>
          </a:p>
          <a:p>
            <a:pPr marL="0" indent="0" algn="l">
              <a:lnSpc>
                <a:spcPct val="114000"/>
              </a:lnSpc>
              <a:buSzPts val="605"/>
            </a:pPr>
            <a:r>
              <a:rPr lang="en" sz="1400" b="1" dirty="0">
                <a:solidFill>
                  <a:schemeClr val="tx1"/>
                </a:solidFill>
              </a:rPr>
              <a:t>April 11, 2026</a:t>
            </a:r>
            <a:endParaRPr sz="1400" b="1" dirty="0">
              <a:solidFill>
                <a:schemeClr val="tx1"/>
              </a:solidFill>
            </a:endParaRPr>
          </a:p>
        </p:txBody>
      </p:sp>
      <p:cxnSp>
        <p:nvCxnSpPr>
          <p:cNvPr id="57" name="Google Shape;57;p13"/>
          <p:cNvCxnSpPr>
            <a:cxnSpLocks/>
          </p:cNvCxnSpPr>
          <p:nvPr/>
        </p:nvCxnSpPr>
        <p:spPr>
          <a:xfrm>
            <a:off x="321900" y="2067097"/>
            <a:ext cx="8438642" cy="0"/>
          </a:xfrm>
          <a:prstGeom prst="straightConnector1">
            <a:avLst/>
          </a:prstGeom>
          <a:noFill/>
          <a:ln w="9525" cap="flat" cmpd="sng">
            <a:solidFill>
              <a:srgbClr val="16693F"/>
            </a:solidFill>
            <a:prstDash val="solid"/>
            <a:round/>
            <a:headEnd type="none" w="med" len="med"/>
            <a:tailEnd type="none" w="med" len="med"/>
          </a:ln>
        </p:spPr>
      </p:cxnSp>
      <p:pic>
        <p:nvPicPr>
          <p:cNvPr id="58" name="Google Shape;58;p13"/>
          <p:cNvPicPr preferRelativeResize="0"/>
          <p:nvPr/>
        </p:nvPicPr>
        <p:blipFill>
          <a:blip r:embed="rId4">
            <a:alphaModFix/>
          </a:blip>
          <a:stretch>
            <a:fillRect/>
          </a:stretch>
        </p:blipFill>
        <p:spPr>
          <a:xfrm>
            <a:off x="5807288" y="3896332"/>
            <a:ext cx="3336712" cy="1150434"/>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ADEE1D6-85C5-C5BE-2415-1443EFDC58EC}"/>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9A3447B5-F611-380D-A7E3-8D4074165538}"/>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228BC5C5-2DDD-89A7-4CEA-14F1FB5AAA72}"/>
              </a:ext>
            </a:extLst>
          </p:cNvPr>
          <p:cNvSpPr>
            <a:spLocks noGrp="1"/>
          </p:cNvSpPr>
          <p:nvPr>
            <p:ph type="body" idx="1"/>
          </p:nvPr>
        </p:nvSpPr>
        <p:spPr>
          <a:xfrm>
            <a:off x="297293" y="585777"/>
            <a:ext cx="8285598" cy="4372102"/>
          </a:xfrm>
        </p:spPr>
        <p:txBody>
          <a:bodyPr>
            <a:normAutofit/>
          </a:bodyPr>
          <a:lstStyle/>
          <a:p>
            <a:pPr>
              <a:lnSpc>
                <a:spcPct val="114999"/>
              </a:lnSpc>
            </a:pPr>
            <a:r>
              <a:rPr lang="en-US" dirty="0">
                <a:solidFill>
                  <a:schemeClr val="tx1"/>
                </a:solidFill>
              </a:rPr>
              <a:t>GRNsight is an open-source tool that allows for easier visualization </a:t>
            </a:r>
          </a:p>
          <a:p>
            <a:pPr>
              <a:lnSpc>
                <a:spcPct val="114999"/>
              </a:lnSpc>
              <a:buNone/>
            </a:pPr>
            <a:r>
              <a:rPr lang="en-US" dirty="0">
                <a:solidFill>
                  <a:schemeClr val="tx1"/>
                </a:solidFill>
              </a:rPr>
              <a:t>     of Gene Regulatory Network (GRN) and Protein-Protein Interactions (PPI).</a:t>
            </a:r>
          </a:p>
          <a:p>
            <a:pPr>
              <a:lnSpc>
                <a:spcPct val="114999"/>
              </a:lnSpc>
            </a:pPr>
            <a:r>
              <a:rPr lang="en-US" dirty="0">
                <a:solidFill>
                  <a:schemeClr val="tx1"/>
                </a:solidFill>
              </a:rPr>
              <a:t>GRNsight is an integral part of a data analysis workflow for biologists who model GRNs. </a:t>
            </a:r>
          </a:p>
          <a:p>
            <a:pPr>
              <a:lnSpc>
                <a:spcPct val="114999"/>
              </a:lnSpc>
            </a:pPr>
            <a:r>
              <a:rPr lang="en-US" dirty="0" err="1">
                <a:solidFill>
                  <a:schemeClr val="tx1"/>
                </a:solidFill>
              </a:rPr>
              <a:t>GRNsight’s</a:t>
            </a:r>
            <a:r>
              <a:rPr lang="en-US" dirty="0">
                <a:solidFill>
                  <a:schemeClr val="tx1"/>
                </a:solidFill>
              </a:rPr>
              <a:t> interface was originally built using older web tools, leading to repeated code and difficult user interface updates.</a:t>
            </a:r>
            <a:endParaRPr lang="en-US" dirty="0">
              <a:solidFill>
                <a:schemeClr val="bg2">
                  <a:lumMod val="40000"/>
                  <a:lumOff val="60000"/>
                </a:schemeClr>
              </a:solidFill>
            </a:endParaRPr>
          </a:p>
          <a:p>
            <a:pPr>
              <a:lnSpc>
                <a:spcPct val="114999"/>
              </a:lnSpc>
            </a:pPr>
            <a:r>
              <a:rPr lang="en-US" dirty="0">
                <a:solidFill>
                  <a:schemeClr val="tx1"/>
                </a:solidFill>
              </a:rPr>
              <a:t>I have migrated </a:t>
            </a:r>
            <a:r>
              <a:rPr lang="en-US" dirty="0" err="1">
                <a:solidFill>
                  <a:schemeClr val="tx1"/>
                </a:solidFill>
              </a:rPr>
              <a:t>GRNsight’s</a:t>
            </a:r>
            <a:r>
              <a:rPr lang="en-US" dirty="0">
                <a:solidFill>
                  <a:schemeClr val="tx1"/>
                </a:solidFill>
              </a:rPr>
              <a:t> user interface to React Vite and Grommet UI which are modern, scalable, and industry-standard frameworks.</a:t>
            </a:r>
          </a:p>
          <a:p>
            <a:pPr>
              <a:lnSpc>
                <a:spcPct val="114999"/>
              </a:lnSpc>
            </a:pPr>
            <a:r>
              <a:rPr lang="en-US" dirty="0">
                <a:solidFill>
                  <a:schemeClr val="tx1"/>
                </a:solidFill>
              </a:rPr>
              <a:t>GRNsight React migration has resulted in user interface improvements and bug fixes that enhance the user experience for biologists.</a:t>
            </a:r>
          </a:p>
        </p:txBody>
      </p:sp>
    </p:spTree>
    <p:extLst>
      <p:ext uri="{BB962C8B-B14F-4D97-AF65-F5344CB8AC3E}">
        <p14:creationId xmlns:p14="http://schemas.microsoft.com/office/powerpoint/2010/main" val="15862011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CD76749-9150-2A5E-ED3D-69946E380D3A}"/>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B89C63F9-804E-3F71-971F-3AAB6B9BEA3E}"/>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779447F6-2415-91B0-479E-80D92F23AE06}"/>
              </a:ext>
            </a:extLst>
          </p:cNvPr>
          <p:cNvSpPr>
            <a:spLocks noGrp="1"/>
          </p:cNvSpPr>
          <p:nvPr>
            <p:ph type="body" idx="1"/>
          </p:nvPr>
        </p:nvSpPr>
        <p:spPr>
          <a:xfrm>
            <a:off x="297293" y="585777"/>
            <a:ext cx="8285598" cy="4372102"/>
          </a:xfrm>
        </p:spPr>
        <p:txBody>
          <a:bodyPr>
            <a:normAutofit/>
          </a:bodyPr>
          <a:lstStyle/>
          <a:p>
            <a:pPr>
              <a:lnSpc>
                <a:spcPct val="114999"/>
              </a:lnSpc>
            </a:pPr>
            <a:r>
              <a:rPr lang="en-US" dirty="0">
                <a:solidFill>
                  <a:schemeClr val="tx1"/>
                </a:solidFill>
              </a:rPr>
              <a:t>GRNsight is an open-source tool that allows for easier visualization </a:t>
            </a:r>
          </a:p>
          <a:p>
            <a:pPr>
              <a:lnSpc>
                <a:spcPct val="114999"/>
              </a:lnSpc>
              <a:buNone/>
            </a:pPr>
            <a:r>
              <a:rPr lang="en-US" dirty="0">
                <a:solidFill>
                  <a:schemeClr val="tx1"/>
                </a:solidFill>
              </a:rPr>
              <a:t>     of Gene Regulatory Network (GRN) and Protein-Protein Interactions (PPI).</a:t>
            </a:r>
          </a:p>
          <a:p>
            <a:pPr>
              <a:lnSpc>
                <a:spcPct val="114999"/>
              </a:lnSpc>
            </a:pPr>
            <a:r>
              <a:rPr lang="en-US" dirty="0">
                <a:solidFill>
                  <a:schemeClr val="bg2">
                    <a:lumMod val="40000"/>
                    <a:lumOff val="60000"/>
                  </a:schemeClr>
                </a:solidFill>
              </a:rPr>
              <a:t>GRNsight is an integral part of a data analysis workflow for biologists who model GRNs. </a:t>
            </a:r>
          </a:p>
          <a:p>
            <a:pPr>
              <a:lnSpc>
                <a:spcPct val="114999"/>
              </a:lnSpc>
            </a:pPr>
            <a:r>
              <a:rPr lang="en-US" dirty="0" err="1">
                <a:solidFill>
                  <a:schemeClr val="bg2">
                    <a:lumMod val="40000"/>
                    <a:lumOff val="60000"/>
                  </a:schemeClr>
                </a:solidFill>
              </a:rPr>
              <a:t>GRNsight’s</a:t>
            </a:r>
            <a:r>
              <a:rPr lang="en-US" dirty="0">
                <a:solidFill>
                  <a:schemeClr val="bg2">
                    <a:lumMod val="40000"/>
                    <a:lumOff val="60000"/>
                  </a:schemeClr>
                </a:solidFill>
              </a:rPr>
              <a:t> interface was originally built using older web tools, leading to repeated code and difficult user interface updates.</a:t>
            </a:r>
          </a:p>
          <a:p>
            <a:pPr>
              <a:lnSpc>
                <a:spcPct val="114999"/>
              </a:lnSpc>
            </a:pPr>
            <a:r>
              <a:rPr lang="en-US" dirty="0">
                <a:solidFill>
                  <a:schemeClr val="bg2">
                    <a:lumMod val="40000"/>
                    <a:lumOff val="60000"/>
                  </a:schemeClr>
                </a:solidFill>
              </a:rPr>
              <a:t>I have migrated </a:t>
            </a:r>
            <a:r>
              <a:rPr lang="en-US" dirty="0" err="1">
                <a:solidFill>
                  <a:schemeClr val="bg2">
                    <a:lumMod val="40000"/>
                    <a:lumOff val="60000"/>
                  </a:schemeClr>
                </a:solidFill>
              </a:rPr>
              <a:t>GRNsight’s</a:t>
            </a:r>
            <a:r>
              <a:rPr lang="en-US" dirty="0">
                <a:solidFill>
                  <a:schemeClr val="bg2">
                    <a:lumMod val="40000"/>
                    <a:lumOff val="60000"/>
                  </a:schemeClr>
                </a:solidFill>
              </a:rPr>
              <a:t> user interface to React Vite and Grommet UI which are modern, scalable, and industry-standard frameworks.</a:t>
            </a:r>
          </a:p>
          <a:p>
            <a:pPr>
              <a:lnSpc>
                <a:spcPct val="114999"/>
              </a:lnSpc>
            </a:pPr>
            <a:r>
              <a:rPr lang="en-US" dirty="0">
                <a:solidFill>
                  <a:schemeClr val="bg2">
                    <a:lumMod val="40000"/>
                    <a:lumOff val="60000"/>
                  </a:schemeClr>
                </a:solidFill>
              </a:rPr>
              <a:t>GRNsight React migration has resulted in user interface improvements and bug fixes that enhance the user experience for biologists.</a:t>
            </a:r>
          </a:p>
        </p:txBody>
      </p:sp>
    </p:spTree>
    <p:extLst>
      <p:ext uri="{BB962C8B-B14F-4D97-AF65-F5344CB8AC3E}">
        <p14:creationId xmlns:p14="http://schemas.microsoft.com/office/powerpoint/2010/main" val="3880080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Gene expression is the flow of information in a cell from </a:t>
            </a:r>
            <a:br>
              <a:rPr lang="en" sz="2000" b="1">
                <a:solidFill>
                  <a:srgbClr val="16693F"/>
                </a:solidFill>
              </a:rPr>
            </a:br>
            <a:r>
              <a:rPr lang="en" sz="2000" b="1">
                <a:solidFill>
                  <a:srgbClr val="16693F"/>
                </a:solidFill>
              </a:rPr>
              <a:t>DNA to RNA to protein</a:t>
            </a:r>
          </a:p>
        </p:txBody>
      </p:sp>
      <p:sp>
        <p:nvSpPr>
          <p:cNvPr id="91" name="Google Shape;91;p15"/>
          <p:cNvSpPr txBox="1">
            <a:spLocks noGrp="1"/>
          </p:cNvSpPr>
          <p:nvPr>
            <p:ph type="body" idx="1"/>
          </p:nvPr>
        </p:nvSpPr>
        <p:spPr>
          <a:xfrm>
            <a:off x="2992253" y="4686786"/>
            <a:ext cx="3129148" cy="37353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00"/>
              <a:t>Image from Dr. Surat P, Ph.D. on AZO Life Sciences</a:t>
            </a:r>
            <a:endParaRPr lang="en-US" sz="800"/>
          </a:p>
        </p:txBody>
      </p:sp>
      <p:pic>
        <p:nvPicPr>
          <p:cNvPr id="92" name="Google Shape;92;p15"/>
          <p:cNvPicPr preferRelativeResize="0"/>
          <p:nvPr/>
        </p:nvPicPr>
        <p:blipFill rotWithShape="1">
          <a:blip r:embed="rId3">
            <a:alphaModFix/>
            <a:extLst>
              <a:ext uri="{28A0092B-C50C-407E-A947-70E740481C1C}">
                <a14:useLocalDpi xmlns:a14="http://schemas.microsoft.com/office/drawing/2010/main"/>
              </a:ext>
            </a:extLst>
          </a:blip>
          <a:srcRect/>
          <a:stretch/>
        </p:blipFill>
        <p:spPr>
          <a:xfrm>
            <a:off x="2749355" y="992437"/>
            <a:ext cx="3645289" cy="36943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CB7C7E88-9A16-B577-C1A1-B19578486285}"/>
            </a:ext>
          </a:extLst>
        </p:cNvPr>
        <p:cNvGrpSpPr/>
        <p:nvPr/>
      </p:nvGrpSpPr>
      <p:grpSpPr>
        <a:xfrm>
          <a:off x="0" y="0"/>
          <a:ext cx="0" cy="0"/>
          <a:chOff x="0" y="0"/>
          <a:chExt cx="0" cy="0"/>
        </a:xfrm>
      </p:grpSpPr>
      <p:sp>
        <p:nvSpPr>
          <p:cNvPr id="97" name="Google Shape;97;p16">
            <a:extLst>
              <a:ext uri="{FF2B5EF4-FFF2-40B4-BE49-F238E27FC236}">
                <a16:creationId xmlns:a16="http://schemas.microsoft.com/office/drawing/2014/main" id="{9127F714-9623-52C7-82D8-0F9E3F47D082}"/>
              </a:ext>
            </a:extLst>
          </p:cNvPr>
          <p:cNvSpPr txBox="1">
            <a:spLocks noGrp="1"/>
          </p:cNvSpPr>
          <p:nvPr>
            <p:ph type="title"/>
          </p:nvPr>
        </p:nvSpPr>
        <p:spPr>
          <a:xfrm>
            <a:off x="311700" y="119332"/>
            <a:ext cx="8520600" cy="1079675"/>
          </a:xfrm>
          <a:prstGeom prst="rect">
            <a:avLst/>
          </a:prstGeom>
        </p:spPr>
        <p:txBody>
          <a:bodyPr spcFirstLastPara="1" wrap="square" lIns="91425" tIns="91425" rIns="91425" bIns="91425" anchor="t" anchorCtr="0">
            <a:noAutofit/>
          </a:bodyPr>
          <a:lstStyle/>
          <a:p>
            <a:r>
              <a:rPr lang="en-US" sz="2000" b="1" dirty="0">
                <a:solidFill>
                  <a:srgbClr val="16693F"/>
                </a:solidFill>
              </a:rPr>
              <a:t>Regulatory Transcription Factors bind to DNA</a:t>
            </a:r>
            <a:br>
              <a:rPr lang="en-US" sz="2000" b="1" dirty="0">
                <a:solidFill>
                  <a:srgbClr val="16693F"/>
                </a:solidFill>
              </a:rPr>
            </a:br>
            <a:r>
              <a:rPr lang="en-US" sz="2000" b="1" dirty="0">
                <a:solidFill>
                  <a:srgbClr val="16693F"/>
                </a:solidFill>
              </a:rPr>
              <a:t>and turn on (activate) or turn off (repress) gene expression</a:t>
            </a:r>
            <a:endParaRPr sz="2000" b="1" dirty="0">
              <a:solidFill>
                <a:srgbClr val="16693F"/>
              </a:solidFill>
            </a:endParaRPr>
          </a:p>
        </p:txBody>
      </p:sp>
      <p:pic>
        <p:nvPicPr>
          <p:cNvPr id="101" name="Google Shape;101;p16">
            <a:extLst>
              <a:ext uri="{FF2B5EF4-FFF2-40B4-BE49-F238E27FC236}">
                <a16:creationId xmlns:a16="http://schemas.microsoft.com/office/drawing/2014/main" id="{BEFDBD2E-419E-463C-3E64-352695E0BEFB}"/>
              </a:ext>
            </a:extLst>
          </p:cNvPr>
          <p:cNvPicPr preferRelativeResize="0"/>
          <p:nvPr/>
        </p:nvPicPr>
        <p:blipFill>
          <a:blip r:embed="rId3">
            <a:alphaModFix/>
          </a:blip>
          <a:stretch>
            <a:fillRect/>
          </a:stretch>
        </p:blipFill>
        <p:spPr>
          <a:xfrm rot="16200000">
            <a:off x="684391" y="1352200"/>
            <a:ext cx="3001331" cy="2950584"/>
          </a:xfrm>
          <a:prstGeom prst="rect">
            <a:avLst/>
          </a:prstGeom>
          <a:noFill/>
          <a:ln>
            <a:noFill/>
          </a:ln>
        </p:spPr>
      </p:pic>
      <p:sp>
        <p:nvSpPr>
          <p:cNvPr id="2" name="TextBox 1">
            <a:extLst>
              <a:ext uri="{FF2B5EF4-FFF2-40B4-BE49-F238E27FC236}">
                <a16:creationId xmlns:a16="http://schemas.microsoft.com/office/drawing/2014/main" id="{AEC869DA-B307-216E-F3FA-69641F55F356}"/>
              </a:ext>
            </a:extLst>
          </p:cNvPr>
          <p:cNvSpPr txBox="1"/>
          <p:nvPr/>
        </p:nvSpPr>
        <p:spPr>
          <a:xfrm>
            <a:off x="589052" y="4328158"/>
            <a:ext cx="3192007" cy="338554"/>
          </a:xfrm>
          <a:prstGeom prst="rect">
            <a:avLst/>
          </a:prstGeom>
          <a:noFill/>
        </p:spPr>
        <p:txBody>
          <a:bodyPr wrap="square">
            <a:spAutoFit/>
          </a:bodyPr>
          <a:lstStyle/>
          <a:p>
            <a:pPr algn="ctr" rtl="0">
              <a:buNone/>
            </a:pPr>
            <a:r>
              <a:rPr lang="en-US" sz="800" b="0" i="0" u="none" strike="noStrike" dirty="0">
                <a:solidFill>
                  <a:srgbClr val="595959"/>
                </a:solidFill>
                <a:effectLst/>
                <a:latin typeface="Arial" panose="020B0604020202020204" pitchFamily="34" charset="0"/>
              </a:rPr>
              <a:t>“PDB101: Molecule of the Month: Vitamin D receptor,”</a:t>
            </a:r>
          </a:p>
          <a:p>
            <a:pPr algn="ctr" rtl="0">
              <a:buNone/>
            </a:pPr>
            <a:r>
              <a:rPr lang="en-US" sz="800" b="0" i="0" u="none" strike="noStrike" dirty="0">
                <a:solidFill>
                  <a:srgbClr val="595959"/>
                </a:solidFill>
                <a:effectLst/>
                <a:latin typeface="Arial" panose="020B0604020202020204" pitchFamily="34" charset="0"/>
              </a:rPr>
              <a:t>RCSB: PDB-101. https://pdb101.rcsb.org/</a:t>
            </a:r>
            <a:r>
              <a:rPr lang="en-US" sz="800" b="0" i="0" u="none" strike="noStrike" dirty="0" err="1">
                <a:solidFill>
                  <a:srgbClr val="595959"/>
                </a:solidFill>
                <a:effectLst/>
                <a:latin typeface="Arial" panose="020B0604020202020204" pitchFamily="34" charset="0"/>
              </a:rPr>
              <a:t>motm</a:t>
            </a:r>
            <a:r>
              <a:rPr lang="en-US" sz="800" b="0" i="0" u="none" strike="noStrike" dirty="0">
                <a:solidFill>
                  <a:srgbClr val="595959"/>
                </a:solidFill>
                <a:effectLst/>
                <a:latin typeface="Arial" panose="020B0604020202020204" pitchFamily="34" charset="0"/>
              </a:rPr>
              <a:t>/155</a:t>
            </a:r>
            <a:endParaRPr lang="en-US" sz="800" b="0" dirty="0">
              <a:effectLst/>
            </a:endParaRPr>
          </a:p>
        </p:txBody>
      </p:sp>
      <p:sp>
        <p:nvSpPr>
          <p:cNvPr id="3" name="TextBox 2">
            <a:extLst>
              <a:ext uri="{FF2B5EF4-FFF2-40B4-BE49-F238E27FC236}">
                <a16:creationId xmlns:a16="http://schemas.microsoft.com/office/drawing/2014/main" id="{29528B09-D529-267C-2689-5A9F8AB10C2B}"/>
              </a:ext>
            </a:extLst>
          </p:cNvPr>
          <p:cNvSpPr txBox="1"/>
          <p:nvPr/>
        </p:nvSpPr>
        <p:spPr>
          <a:xfrm>
            <a:off x="5228234" y="1786920"/>
            <a:ext cx="3076769" cy="1569660"/>
          </a:xfrm>
          <a:prstGeom prst="rect">
            <a:avLst/>
          </a:prstGeom>
          <a:noFill/>
        </p:spPr>
        <p:txBody>
          <a:bodyPr wrap="square">
            <a:spAutoFit/>
          </a:bodyPr>
          <a:lstStyle/>
          <a:p>
            <a:pPr marL="285750" indent="-285750" rtl="0">
              <a:buFont typeface="Arial" panose="020B0604020202020204" pitchFamily="34" charset="0"/>
              <a:buChar char="•"/>
            </a:pPr>
            <a:r>
              <a:rPr lang="en-US" sz="1600" dirty="0">
                <a:solidFill>
                  <a:schemeClr val="tx1"/>
                </a:solidFill>
                <a:latin typeface="Arial" panose="020B0604020202020204" pitchFamily="34" charset="0"/>
              </a:rPr>
              <a:t>In yeast ~250 regulatory transcription factors regulate ~6000 genes.</a:t>
            </a:r>
          </a:p>
          <a:p>
            <a:pPr marL="285750" indent="-285750" rtl="0">
              <a:buFont typeface="Arial" panose="020B0604020202020204" pitchFamily="34" charset="0"/>
              <a:buChar char="•"/>
            </a:pPr>
            <a:r>
              <a:rPr lang="en-US" sz="1600" b="0" dirty="0">
                <a:solidFill>
                  <a:schemeClr val="tx1"/>
                </a:solidFill>
                <a:effectLst/>
                <a:latin typeface="Arial" panose="020B0604020202020204" pitchFamily="34" charset="0"/>
              </a:rPr>
              <a:t>In humans, ~500 regulatory </a:t>
            </a:r>
            <a:r>
              <a:rPr lang="en-US" sz="1600" dirty="0">
                <a:solidFill>
                  <a:schemeClr val="tx1"/>
                </a:solidFill>
                <a:latin typeface="Arial" panose="020B0604020202020204" pitchFamily="34" charset="0"/>
              </a:rPr>
              <a:t>transcription factors regulate ~20,000 genes</a:t>
            </a:r>
            <a:endParaRPr lang="en-US" sz="1600" b="0" dirty="0">
              <a:solidFill>
                <a:schemeClr val="tx1"/>
              </a:solidFill>
              <a:effectLst/>
            </a:endParaRPr>
          </a:p>
        </p:txBody>
      </p:sp>
    </p:spTree>
    <p:extLst>
      <p:ext uri="{BB962C8B-B14F-4D97-AF65-F5344CB8AC3E}">
        <p14:creationId xmlns:p14="http://schemas.microsoft.com/office/powerpoint/2010/main" val="510992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D2A727F9-0124-7C19-1BCB-439197EED4DC}"/>
            </a:ext>
          </a:extLst>
        </p:cNvPr>
        <p:cNvGrpSpPr/>
        <p:nvPr/>
      </p:nvGrpSpPr>
      <p:grpSpPr>
        <a:xfrm>
          <a:off x="0" y="0"/>
          <a:ext cx="0" cy="0"/>
          <a:chOff x="0" y="0"/>
          <a:chExt cx="0" cy="0"/>
        </a:xfrm>
      </p:grpSpPr>
      <p:sp>
        <p:nvSpPr>
          <p:cNvPr id="97" name="Google Shape;97;p16">
            <a:extLst>
              <a:ext uri="{FF2B5EF4-FFF2-40B4-BE49-F238E27FC236}">
                <a16:creationId xmlns:a16="http://schemas.microsoft.com/office/drawing/2014/main" id="{14BE6D4D-1773-920E-5BBF-A4922B0BC328}"/>
              </a:ext>
            </a:extLst>
          </p:cNvPr>
          <p:cNvSpPr txBox="1">
            <a:spLocks noGrp="1"/>
          </p:cNvSpPr>
          <p:nvPr>
            <p:ph type="title"/>
          </p:nvPr>
        </p:nvSpPr>
        <p:spPr>
          <a:xfrm>
            <a:off x="311700" y="119332"/>
            <a:ext cx="8520600" cy="1079675"/>
          </a:xfrm>
          <a:prstGeom prst="rect">
            <a:avLst/>
          </a:prstGeom>
        </p:spPr>
        <p:txBody>
          <a:bodyPr spcFirstLastPara="1" wrap="square" lIns="91425" tIns="91425" rIns="91425" bIns="91425" anchor="t" anchorCtr="0">
            <a:noAutofit/>
          </a:bodyPr>
          <a:lstStyle/>
          <a:p>
            <a:r>
              <a:rPr lang="en" sz="2000" b="1">
                <a:solidFill>
                  <a:srgbClr val="16693F"/>
                </a:solidFill>
              </a:rPr>
              <a:t>A Gene Regulatory Network (GRN) </a:t>
            </a:r>
            <a:r>
              <a:rPr lang="en-US" sz="2000" b="1">
                <a:solidFill>
                  <a:srgbClr val="16693F"/>
                </a:solidFill>
              </a:rPr>
              <a:t>consists of genes, transcription factors and the regulatory connections between them which govern the level of expression of mRNA and protein from genes</a:t>
            </a:r>
            <a:br>
              <a:rPr lang="en-US" sz="2000" b="1">
                <a:solidFill>
                  <a:srgbClr val="16693F"/>
                </a:solidFill>
              </a:rPr>
            </a:br>
            <a:endParaRPr sz="2000" b="1">
              <a:solidFill>
                <a:srgbClr val="16693F"/>
              </a:solidFill>
            </a:endParaRPr>
          </a:p>
        </p:txBody>
      </p:sp>
      <p:sp>
        <p:nvSpPr>
          <p:cNvPr id="2" name="TextBox 1">
            <a:extLst>
              <a:ext uri="{FF2B5EF4-FFF2-40B4-BE49-F238E27FC236}">
                <a16:creationId xmlns:a16="http://schemas.microsoft.com/office/drawing/2014/main" id="{C5FCCBFA-CEA9-ADAD-560D-C8C57BC86B39}"/>
              </a:ext>
            </a:extLst>
          </p:cNvPr>
          <p:cNvSpPr txBox="1"/>
          <p:nvPr/>
        </p:nvSpPr>
        <p:spPr>
          <a:xfrm>
            <a:off x="864838" y="4436066"/>
            <a:ext cx="2660100" cy="338554"/>
          </a:xfrm>
          <a:prstGeom prst="rect">
            <a:avLst/>
          </a:prstGeom>
          <a:noFill/>
        </p:spPr>
        <p:txBody>
          <a:bodyPr wrap="square">
            <a:spAutoFit/>
          </a:bodyPr>
          <a:lstStyle/>
          <a:p>
            <a:pPr algn="ctr" rtl="0">
              <a:buNone/>
            </a:pPr>
            <a:r>
              <a:rPr lang="en-US" sz="800" b="0" i="0" u="none" strike="noStrike">
                <a:solidFill>
                  <a:srgbClr val="595959"/>
                </a:solidFill>
                <a:effectLst/>
                <a:latin typeface="Arial" panose="020B0604020202020204" pitchFamily="34" charset="0"/>
              </a:rPr>
              <a:t>“PDB101: Molecule of the Month: Vitamin D receptor,” RCSB: PDB-101. https://pdb101.rcsb.org/</a:t>
            </a:r>
            <a:r>
              <a:rPr lang="en-US" sz="800" b="0" i="0" u="none" strike="noStrike" err="1">
                <a:solidFill>
                  <a:srgbClr val="595959"/>
                </a:solidFill>
                <a:effectLst/>
                <a:latin typeface="Arial" panose="020B0604020202020204" pitchFamily="34" charset="0"/>
              </a:rPr>
              <a:t>motm</a:t>
            </a:r>
            <a:r>
              <a:rPr lang="en-US" sz="800" b="0" i="0" u="none" strike="noStrike">
                <a:solidFill>
                  <a:srgbClr val="595959"/>
                </a:solidFill>
                <a:effectLst/>
                <a:latin typeface="Arial" panose="020B0604020202020204" pitchFamily="34" charset="0"/>
              </a:rPr>
              <a:t>/155</a:t>
            </a:r>
            <a:endParaRPr lang="en-US" sz="800" b="0">
              <a:effectLst/>
            </a:endParaRPr>
          </a:p>
        </p:txBody>
      </p:sp>
      <p:sp>
        <p:nvSpPr>
          <p:cNvPr id="6" name="TextBox 5">
            <a:extLst>
              <a:ext uri="{FF2B5EF4-FFF2-40B4-BE49-F238E27FC236}">
                <a16:creationId xmlns:a16="http://schemas.microsoft.com/office/drawing/2014/main" id="{297B1B41-A4A2-652A-22BD-BB4146EA8FD5}"/>
              </a:ext>
            </a:extLst>
          </p:cNvPr>
          <p:cNvSpPr txBox="1"/>
          <p:nvPr/>
        </p:nvSpPr>
        <p:spPr>
          <a:xfrm>
            <a:off x="5473821" y="4282177"/>
            <a:ext cx="3559962" cy="646331"/>
          </a:xfrm>
          <a:prstGeom prst="rect">
            <a:avLst/>
          </a:prstGeom>
          <a:noFill/>
        </p:spPr>
        <p:txBody>
          <a:bodyPr wrap="square">
            <a:spAutoFit/>
          </a:bodyPr>
          <a:lstStyle/>
          <a:p>
            <a:pPr rtl="0"/>
            <a:r>
              <a:rPr lang="en-US" sz="1200" dirty="0">
                <a:solidFill>
                  <a:schemeClr val="tx1"/>
                </a:solidFill>
                <a:latin typeface="Arial" panose="020B0604020202020204" pitchFamily="34" charset="0"/>
              </a:rPr>
              <a:t>Yeast GRN that controls the cold shock response</a:t>
            </a:r>
          </a:p>
          <a:p>
            <a:pPr marL="171450" indent="-171450" rtl="0">
              <a:buFont typeface="Arial" panose="020B0604020202020204" pitchFamily="34" charset="0"/>
              <a:buChar char="•"/>
            </a:pPr>
            <a:r>
              <a:rPr lang="en-US" sz="1200" dirty="0">
                <a:solidFill>
                  <a:schemeClr val="tx1"/>
                </a:solidFill>
                <a:latin typeface="Arial" panose="020B0604020202020204" pitchFamily="34" charset="0"/>
              </a:rPr>
              <a:t>Node = transcription factor / gene</a:t>
            </a:r>
          </a:p>
          <a:p>
            <a:pPr marL="171450" indent="-171450" rtl="0">
              <a:buFont typeface="Arial" panose="020B0604020202020204" pitchFamily="34" charset="0"/>
              <a:buChar char="•"/>
            </a:pPr>
            <a:r>
              <a:rPr lang="en-US" sz="1200" b="0" dirty="0">
                <a:solidFill>
                  <a:schemeClr val="tx1"/>
                </a:solidFill>
                <a:effectLst/>
                <a:latin typeface="Arial" panose="020B0604020202020204" pitchFamily="34" charset="0"/>
              </a:rPr>
              <a:t>Arrow edge = regulatory relationship</a:t>
            </a:r>
            <a:endParaRPr lang="en-US" sz="1200" b="0" dirty="0">
              <a:solidFill>
                <a:schemeClr val="tx1"/>
              </a:solidFill>
              <a:effectLst/>
            </a:endParaRPr>
          </a:p>
        </p:txBody>
      </p:sp>
      <p:pic>
        <p:nvPicPr>
          <p:cNvPr id="7" name="Google Shape;101;p16">
            <a:extLst>
              <a:ext uri="{FF2B5EF4-FFF2-40B4-BE49-F238E27FC236}">
                <a16:creationId xmlns:a16="http://schemas.microsoft.com/office/drawing/2014/main" id="{4E27994F-FC31-98AE-46A2-11B9EDFFF944}"/>
              </a:ext>
            </a:extLst>
          </p:cNvPr>
          <p:cNvPicPr preferRelativeResize="0"/>
          <p:nvPr/>
        </p:nvPicPr>
        <p:blipFill>
          <a:blip r:embed="rId4">
            <a:alphaModFix/>
          </a:blip>
          <a:stretch>
            <a:fillRect/>
          </a:stretch>
        </p:blipFill>
        <p:spPr>
          <a:xfrm rot="16200000">
            <a:off x="694223" y="1426883"/>
            <a:ext cx="3001331" cy="2950584"/>
          </a:xfrm>
          <a:prstGeom prst="rect">
            <a:avLst/>
          </a:prstGeom>
          <a:noFill/>
          <a:ln>
            <a:noFill/>
          </a:ln>
        </p:spPr>
      </p:pic>
      <p:pic>
        <p:nvPicPr>
          <p:cNvPr id="8" name="Picture 7">
            <a:extLst>
              <a:ext uri="{FF2B5EF4-FFF2-40B4-BE49-F238E27FC236}">
                <a16:creationId xmlns:a16="http://schemas.microsoft.com/office/drawing/2014/main" id="{E1EF5991-BD29-9197-A730-595130DF85CF}"/>
              </a:ext>
            </a:extLst>
          </p:cNvPr>
          <p:cNvPicPr>
            <a:picLocks noChangeAspect="1"/>
          </p:cNvPicPr>
          <p:nvPr/>
        </p:nvPicPr>
        <p:blipFill>
          <a:blip r:embed="rId5"/>
          <a:stretch>
            <a:fillRect/>
          </a:stretch>
        </p:blipFill>
        <p:spPr>
          <a:xfrm>
            <a:off x="5136776" y="1500725"/>
            <a:ext cx="3758563" cy="2730752"/>
          </a:xfrm>
          <a:prstGeom prst="rect">
            <a:avLst/>
          </a:prstGeom>
        </p:spPr>
      </p:pic>
      <p:sp>
        <p:nvSpPr>
          <p:cNvPr id="9" name="Right Arrow 15">
            <a:extLst>
              <a:ext uri="{FF2B5EF4-FFF2-40B4-BE49-F238E27FC236}">
                <a16:creationId xmlns:a16="http://schemas.microsoft.com/office/drawing/2014/main" id="{566FA680-C193-B583-25A4-EE5EB2837133}"/>
              </a:ext>
            </a:extLst>
          </p:cNvPr>
          <p:cNvSpPr/>
          <p:nvPr/>
        </p:nvSpPr>
        <p:spPr>
          <a:xfrm>
            <a:off x="4132070" y="2464905"/>
            <a:ext cx="879860" cy="630984"/>
          </a:xfrm>
          <a:prstGeom prst="rightArrow">
            <a:avLst/>
          </a:prstGeom>
          <a:solidFill>
            <a:srgbClr val="1669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091026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a:off x="311700" y="91063"/>
            <a:ext cx="8520600" cy="78308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b="1" dirty="0">
                <a:solidFill>
                  <a:srgbClr val="16693F"/>
                </a:solidFill>
              </a:rPr>
              <a:t>Protein-Protein Interactions refer to physical interactions of proteins binding to each other - the basis of nearly all cell functions</a:t>
            </a:r>
          </a:p>
        </p:txBody>
      </p:sp>
      <p:pic>
        <p:nvPicPr>
          <p:cNvPr id="108" name="Google Shape;108;p17"/>
          <p:cNvPicPr preferRelativeResize="0"/>
          <p:nvPr/>
        </p:nvPicPr>
        <p:blipFill>
          <a:blip r:embed="rId4">
            <a:alphaModFix/>
          </a:blip>
          <a:stretch>
            <a:fillRect/>
          </a:stretch>
        </p:blipFill>
        <p:spPr>
          <a:xfrm>
            <a:off x="311700" y="1398215"/>
            <a:ext cx="3323256" cy="2760300"/>
          </a:xfrm>
          <a:prstGeom prst="rect">
            <a:avLst/>
          </a:prstGeom>
          <a:noFill/>
          <a:ln>
            <a:noFill/>
          </a:ln>
        </p:spPr>
      </p:pic>
      <p:sp>
        <p:nvSpPr>
          <p:cNvPr id="3" name="TextBox 2">
            <a:extLst>
              <a:ext uri="{FF2B5EF4-FFF2-40B4-BE49-F238E27FC236}">
                <a16:creationId xmlns:a16="http://schemas.microsoft.com/office/drawing/2014/main" id="{956AB2D0-090F-AD0B-9EBD-26317DF536B7}"/>
              </a:ext>
            </a:extLst>
          </p:cNvPr>
          <p:cNvSpPr txBox="1"/>
          <p:nvPr/>
        </p:nvSpPr>
        <p:spPr>
          <a:xfrm>
            <a:off x="164403" y="4255892"/>
            <a:ext cx="3677479" cy="338554"/>
          </a:xfrm>
          <a:prstGeom prst="rect">
            <a:avLst/>
          </a:prstGeom>
          <a:noFill/>
        </p:spPr>
        <p:txBody>
          <a:bodyPr wrap="square">
            <a:spAutoFit/>
          </a:bodyPr>
          <a:lstStyle/>
          <a:p>
            <a:pPr algn="ctr" rtl="0">
              <a:buNone/>
            </a:pPr>
            <a:r>
              <a:rPr lang="en-US" sz="800" b="0" i="0" u="none" strike="noStrike">
                <a:solidFill>
                  <a:srgbClr val="595959"/>
                </a:solidFill>
                <a:effectLst/>
                <a:latin typeface="Arial" panose="020B0604020202020204" pitchFamily="34" charset="0"/>
              </a:rPr>
              <a:t>“PDB101: Molecule of the Month: Cyclin and cyclin-dependent kinase,” RCSB: PDB-101. https://pdb101.rcsb.org/</a:t>
            </a:r>
            <a:r>
              <a:rPr lang="en-US" sz="800" b="0" i="0" u="none" strike="noStrike" err="1">
                <a:solidFill>
                  <a:srgbClr val="595959"/>
                </a:solidFill>
                <a:effectLst/>
                <a:latin typeface="Arial" panose="020B0604020202020204" pitchFamily="34" charset="0"/>
              </a:rPr>
              <a:t>motm</a:t>
            </a:r>
            <a:r>
              <a:rPr lang="en-US" sz="800" b="0" i="0" u="none" strike="noStrike">
                <a:solidFill>
                  <a:srgbClr val="595959"/>
                </a:solidFill>
                <a:effectLst/>
                <a:latin typeface="Arial" panose="020B0604020202020204" pitchFamily="34" charset="0"/>
              </a:rPr>
              <a:t>/236</a:t>
            </a:r>
            <a:endParaRPr lang="en-US" sz="800" b="0">
              <a:effectLst/>
            </a:endParaRPr>
          </a:p>
        </p:txBody>
      </p:sp>
      <p:pic>
        <p:nvPicPr>
          <p:cNvPr id="7" name="Picture 6">
            <a:extLst>
              <a:ext uri="{FF2B5EF4-FFF2-40B4-BE49-F238E27FC236}">
                <a16:creationId xmlns:a16="http://schemas.microsoft.com/office/drawing/2014/main" id="{EA28F3DB-AEAB-2429-F159-97FC84C9F8B2}"/>
              </a:ext>
            </a:extLst>
          </p:cNvPr>
          <p:cNvPicPr>
            <a:picLocks noChangeAspect="1"/>
          </p:cNvPicPr>
          <p:nvPr/>
        </p:nvPicPr>
        <p:blipFill>
          <a:blip r:embed="rId5"/>
          <a:srcRect l="4366" t="5689" r="3706"/>
          <a:stretch>
            <a:fillRect/>
          </a:stretch>
        </p:blipFill>
        <p:spPr>
          <a:xfrm>
            <a:off x="4511488" y="1337981"/>
            <a:ext cx="4398831" cy="2624419"/>
          </a:xfrm>
          <a:prstGeom prst="rect">
            <a:avLst/>
          </a:prstGeom>
        </p:spPr>
      </p:pic>
      <p:sp>
        <p:nvSpPr>
          <p:cNvPr id="8" name="TextBox 7">
            <a:extLst>
              <a:ext uri="{FF2B5EF4-FFF2-40B4-BE49-F238E27FC236}">
                <a16:creationId xmlns:a16="http://schemas.microsoft.com/office/drawing/2014/main" id="{08AEFF47-E7D6-DB6A-4800-BC84A5FBD0C3}"/>
              </a:ext>
            </a:extLst>
          </p:cNvPr>
          <p:cNvSpPr txBox="1"/>
          <p:nvPr/>
        </p:nvSpPr>
        <p:spPr>
          <a:xfrm>
            <a:off x="4886748" y="4102003"/>
            <a:ext cx="3648309" cy="646331"/>
          </a:xfrm>
          <a:prstGeom prst="rect">
            <a:avLst/>
          </a:prstGeom>
          <a:noFill/>
        </p:spPr>
        <p:txBody>
          <a:bodyPr wrap="square">
            <a:spAutoFit/>
          </a:bodyPr>
          <a:lstStyle/>
          <a:p>
            <a:pPr rtl="0"/>
            <a:r>
              <a:rPr lang="en-US" sz="1200" dirty="0">
                <a:solidFill>
                  <a:schemeClr val="tx1"/>
                </a:solidFill>
                <a:latin typeface="Arial" panose="020B0604020202020204" pitchFamily="34" charset="0"/>
              </a:rPr>
              <a:t>PPI network for yeast mitochondrial protein Aim32p</a:t>
            </a:r>
          </a:p>
          <a:p>
            <a:pPr marL="171450" indent="-171450" rtl="0">
              <a:buFont typeface="Arial" panose="020B0604020202020204" pitchFamily="34" charset="0"/>
              <a:buChar char="•"/>
            </a:pPr>
            <a:r>
              <a:rPr lang="en-US" sz="1200" dirty="0">
                <a:solidFill>
                  <a:schemeClr val="tx1"/>
                </a:solidFill>
                <a:latin typeface="Arial" panose="020B0604020202020204" pitchFamily="34" charset="0"/>
              </a:rPr>
              <a:t>Node = proteins</a:t>
            </a:r>
          </a:p>
          <a:p>
            <a:pPr marL="171450" indent="-171450" rtl="0">
              <a:buFont typeface="Arial" panose="020B0604020202020204" pitchFamily="34" charset="0"/>
              <a:buChar char="•"/>
            </a:pPr>
            <a:r>
              <a:rPr lang="en-US" sz="1200" dirty="0">
                <a:solidFill>
                  <a:schemeClr val="tx1"/>
                </a:solidFill>
                <a:latin typeface="Arial" panose="020B0604020202020204" pitchFamily="34" charset="0"/>
              </a:rPr>
              <a:t>Edge</a:t>
            </a:r>
            <a:r>
              <a:rPr lang="en-US" sz="1200" b="0" dirty="0">
                <a:solidFill>
                  <a:schemeClr val="tx1"/>
                </a:solidFill>
                <a:effectLst/>
                <a:latin typeface="Arial" panose="020B0604020202020204" pitchFamily="34" charset="0"/>
              </a:rPr>
              <a:t> = binding relationship</a:t>
            </a:r>
            <a:endParaRPr lang="en-US" sz="1200" b="0" dirty="0">
              <a:solidFill>
                <a:schemeClr val="tx1"/>
              </a:solidFill>
              <a:effectLst/>
            </a:endParaRPr>
          </a:p>
        </p:txBody>
      </p:sp>
      <p:sp>
        <p:nvSpPr>
          <p:cNvPr id="2" name="Right Arrow 15">
            <a:extLst>
              <a:ext uri="{FF2B5EF4-FFF2-40B4-BE49-F238E27FC236}">
                <a16:creationId xmlns:a16="http://schemas.microsoft.com/office/drawing/2014/main" id="{20FF6C73-EC98-59E1-9F7A-C15D4CC1B095}"/>
              </a:ext>
            </a:extLst>
          </p:cNvPr>
          <p:cNvSpPr/>
          <p:nvPr/>
        </p:nvSpPr>
        <p:spPr>
          <a:xfrm>
            <a:off x="3692140" y="2462873"/>
            <a:ext cx="712435" cy="525026"/>
          </a:xfrm>
          <a:prstGeom prst="rightArrow">
            <a:avLst/>
          </a:prstGeom>
          <a:solidFill>
            <a:srgbClr val="1669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2095551"/>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FE8D-F490-F680-1B5B-B298E0CDE5C6}"/>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D0E26725-2B2A-31E4-8146-3E6D4E7DBC7A}"/>
              </a:ext>
            </a:extLst>
          </p:cNvPr>
          <p:cNvSpPr txBox="1">
            <a:spLocks noGrp="1"/>
          </p:cNvSpPr>
          <p:nvPr>
            <p:ph type="title"/>
          </p:nvPr>
        </p:nvSpPr>
        <p:spPr>
          <a:xfrm>
            <a:off x="432618" y="146938"/>
            <a:ext cx="8180439" cy="645048"/>
          </a:xfrm>
          <a:prstGeom prst="rect">
            <a:avLst/>
          </a:prstGeom>
        </p:spPr>
        <p:txBody>
          <a:bodyPr vert="horz" wrap="square" lIns="0" tIns="16510" rIns="0" bIns="0" rtlCol="0">
            <a:spAutoFit/>
          </a:bodyPr>
          <a:lstStyle/>
          <a:p>
            <a:pPr marL="12700">
              <a:lnSpc>
                <a:spcPct val="100000"/>
              </a:lnSpc>
              <a:spcBef>
                <a:spcPts val="130"/>
              </a:spcBef>
            </a:pPr>
            <a:r>
              <a:rPr dirty="0"/>
              <a:t>Large</a:t>
            </a:r>
            <a:r>
              <a:rPr spc="-50" dirty="0"/>
              <a:t> </a:t>
            </a:r>
            <a:r>
              <a:rPr dirty="0"/>
              <a:t>gene</a:t>
            </a:r>
            <a:r>
              <a:rPr spc="-55" dirty="0"/>
              <a:t> </a:t>
            </a:r>
            <a:r>
              <a:rPr dirty="0"/>
              <a:t>regulatory</a:t>
            </a:r>
            <a:r>
              <a:rPr spc="-50" dirty="0"/>
              <a:t> </a:t>
            </a:r>
            <a:r>
              <a:rPr dirty="0"/>
              <a:t>networks</a:t>
            </a:r>
            <a:r>
              <a:rPr spc="-55" dirty="0"/>
              <a:t> </a:t>
            </a:r>
            <a:r>
              <a:rPr dirty="0"/>
              <a:t>are</a:t>
            </a:r>
            <a:r>
              <a:rPr spc="-50" dirty="0"/>
              <a:t> </a:t>
            </a:r>
            <a:r>
              <a:rPr dirty="0"/>
              <a:t>difficult</a:t>
            </a:r>
            <a:r>
              <a:rPr spc="-50" dirty="0"/>
              <a:t> </a:t>
            </a:r>
            <a:r>
              <a:rPr dirty="0"/>
              <a:t>to</a:t>
            </a:r>
            <a:r>
              <a:rPr spc="-15" dirty="0"/>
              <a:t> </a:t>
            </a:r>
            <a:r>
              <a:rPr spc="-10" dirty="0"/>
              <a:t>visualize</a:t>
            </a:r>
            <a:r>
              <a:rPr lang="en-US" spc="-10" dirty="0"/>
              <a:t>, and GRNsight makes it easier to visualize networks of 35 nodes or fewer</a:t>
            </a:r>
            <a:endParaRPr spc="-10" dirty="0"/>
          </a:p>
        </p:txBody>
      </p:sp>
      <p:pic>
        <p:nvPicPr>
          <p:cNvPr id="3" name="object 3">
            <a:extLst>
              <a:ext uri="{FF2B5EF4-FFF2-40B4-BE49-F238E27FC236}">
                <a16:creationId xmlns:a16="http://schemas.microsoft.com/office/drawing/2014/main" id="{7EFEE1F1-6E4A-2885-4AE9-16F7EF3B60B3}"/>
              </a:ext>
            </a:extLst>
          </p:cNvPr>
          <p:cNvPicPr/>
          <p:nvPr/>
        </p:nvPicPr>
        <p:blipFill>
          <a:blip r:embed="rId2" cstate="print"/>
          <a:stretch>
            <a:fillRect/>
          </a:stretch>
        </p:blipFill>
        <p:spPr>
          <a:xfrm>
            <a:off x="652289" y="1462271"/>
            <a:ext cx="3083335" cy="3267690"/>
          </a:xfrm>
          <a:prstGeom prst="rect">
            <a:avLst/>
          </a:prstGeom>
        </p:spPr>
      </p:pic>
      <p:sp>
        <p:nvSpPr>
          <p:cNvPr id="4" name="object 4">
            <a:extLst>
              <a:ext uri="{FF2B5EF4-FFF2-40B4-BE49-F238E27FC236}">
                <a16:creationId xmlns:a16="http://schemas.microsoft.com/office/drawing/2014/main" id="{31CDD73E-8DAE-BEE3-DC54-FF2268EA8485}"/>
              </a:ext>
            </a:extLst>
          </p:cNvPr>
          <p:cNvSpPr txBox="1"/>
          <p:nvPr/>
        </p:nvSpPr>
        <p:spPr>
          <a:xfrm>
            <a:off x="1612930" y="4735901"/>
            <a:ext cx="1162050"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Lee</a:t>
            </a:r>
            <a:r>
              <a:rPr sz="1200" b="1" spc="-40" dirty="0">
                <a:latin typeface="Arial"/>
                <a:cs typeface="Arial"/>
              </a:rPr>
              <a:t> </a:t>
            </a:r>
            <a:r>
              <a:rPr sz="1200" b="1" i="1" dirty="0">
                <a:latin typeface="Arial"/>
                <a:cs typeface="Arial"/>
              </a:rPr>
              <a:t>et al.</a:t>
            </a:r>
            <a:r>
              <a:rPr sz="1200" b="1" i="1" spc="-5" dirty="0">
                <a:latin typeface="Arial"/>
                <a:cs typeface="Arial"/>
              </a:rPr>
              <a:t> </a:t>
            </a:r>
            <a:r>
              <a:rPr sz="1200" b="1" spc="-10" dirty="0">
                <a:latin typeface="Arial"/>
                <a:cs typeface="Arial"/>
              </a:rPr>
              <a:t>(2002)</a:t>
            </a:r>
            <a:endParaRPr sz="1200" dirty="0">
              <a:latin typeface="Arial"/>
              <a:cs typeface="Arial"/>
            </a:endParaRPr>
          </a:p>
        </p:txBody>
      </p:sp>
      <p:sp>
        <p:nvSpPr>
          <p:cNvPr id="7" name="object 4">
            <a:extLst>
              <a:ext uri="{FF2B5EF4-FFF2-40B4-BE49-F238E27FC236}">
                <a16:creationId xmlns:a16="http://schemas.microsoft.com/office/drawing/2014/main" id="{81A8851C-51D9-F411-5F83-6B70BF48E500}"/>
              </a:ext>
            </a:extLst>
          </p:cNvPr>
          <p:cNvSpPr txBox="1"/>
          <p:nvPr/>
        </p:nvSpPr>
        <p:spPr>
          <a:xfrm>
            <a:off x="4976094" y="991250"/>
            <a:ext cx="3811508" cy="348813"/>
          </a:xfrm>
          <a:prstGeom prst="rect">
            <a:avLst/>
          </a:prstGeom>
        </p:spPr>
        <p:txBody>
          <a:bodyPr vert="horz" wrap="square" lIns="0" tIns="12700" rIns="0" bIns="0" rtlCol="0">
            <a:spAutoFit/>
          </a:bodyPr>
          <a:lstStyle/>
          <a:p>
            <a:pPr marL="12700" algn="ctr">
              <a:lnSpc>
                <a:spcPct val="100000"/>
              </a:lnSpc>
              <a:spcBef>
                <a:spcPts val="100"/>
              </a:spcBef>
            </a:pPr>
            <a:r>
              <a:rPr lang="en-US" sz="1050" b="1" dirty="0">
                <a:latin typeface="Arial"/>
                <a:cs typeface="Arial"/>
              </a:rPr>
              <a:t>GRN subnetwork of 21 transcription </a:t>
            </a:r>
            <a:r>
              <a:rPr lang="en-US" sz="1050" b="1" dirty="0"/>
              <a:t>f</a:t>
            </a:r>
            <a:r>
              <a:rPr lang="en-US" sz="1050" b="1" dirty="0">
                <a:latin typeface="Arial"/>
                <a:cs typeface="Arial"/>
              </a:rPr>
              <a:t>actors that </a:t>
            </a:r>
          </a:p>
          <a:p>
            <a:pPr marL="12700" algn="ctr">
              <a:lnSpc>
                <a:spcPct val="100000"/>
              </a:lnSpc>
              <a:spcBef>
                <a:spcPts val="100"/>
              </a:spcBef>
            </a:pPr>
            <a:r>
              <a:rPr lang="en-US" sz="1050" b="1" dirty="0">
                <a:latin typeface="Arial"/>
                <a:cs typeface="Arial"/>
              </a:rPr>
              <a:t>regulate the environmental stress response in yeast</a:t>
            </a:r>
            <a:endParaRPr sz="1050" dirty="0">
              <a:latin typeface="Arial"/>
              <a:cs typeface="Arial"/>
            </a:endParaRPr>
          </a:p>
        </p:txBody>
      </p:sp>
      <p:pic>
        <p:nvPicPr>
          <p:cNvPr id="9" name="Picture 8">
            <a:extLst>
              <a:ext uri="{FF2B5EF4-FFF2-40B4-BE49-F238E27FC236}">
                <a16:creationId xmlns:a16="http://schemas.microsoft.com/office/drawing/2014/main" id="{0DBAB3AB-03B4-1183-CC94-08FAFAFD9D48}"/>
              </a:ext>
            </a:extLst>
          </p:cNvPr>
          <p:cNvPicPr>
            <a:picLocks noChangeAspect="1"/>
          </p:cNvPicPr>
          <p:nvPr/>
        </p:nvPicPr>
        <p:blipFill>
          <a:blip r:embed="rId3"/>
          <a:stretch>
            <a:fillRect/>
          </a:stretch>
        </p:blipFill>
        <p:spPr>
          <a:xfrm>
            <a:off x="4889615" y="1509786"/>
            <a:ext cx="3984466" cy="3050452"/>
          </a:xfrm>
          <a:prstGeom prst="rect">
            <a:avLst/>
          </a:prstGeom>
        </p:spPr>
      </p:pic>
      <p:sp>
        <p:nvSpPr>
          <p:cNvPr id="12" name="object 4">
            <a:extLst>
              <a:ext uri="{FF2B5EF4-FFF2-40B4-BE49-F238E27FC236}">
                <a16:creationId xmlns:a16="http://schemas.microsoft.com/office/drawing/2014/main" id="{16448CB3-F50B-AF64-C389-3A6052667A09}"/>
              </a:ext>
            </a:extLst>
          </p:cNvPr>
          <p:cNvSpPr txBox="1"/>
          <p:nvPr/>
        </p:nvSpPr>
        <p:spPr>
          <a:xfrm>
            <a:off x="6369022" y="4729961"/>
            <a:ext cx="1162050" cy="197490"/>
          </a:xfrm>
          <a:prstGeom prst="rect">
            <a:avLst/>
          </a:prstGeom>
        </p:spPr>
        <p:txBody>
          <a:bodyPr vert="horz" wrap="square" lIns="0" tIns="12700" rIns="0" bIns="0" rtlCol="0">
            <a:spAutoFit/>
          </a:bodyPr>
          <a:lstStyle/>
          <a:p>
            <a:pPr marL="12700" algn="ctr">
              <a:lnSpc>
                <a:spcPct val="100000"/>
              </a:lnSpc>
              <a:spcBef>
                <a:spcPts val="100"/>
              </a:spcBef>
            </a:pPr>
            <a:r>
              <a:rPr lang="en-US" sz="1200" b="1" dirty="0">
                <a:latin typeface="Arial"/>
                <a:cs typeface="Arial"/>
              </a:rPr>
              <a:t>GRNsight</a:t>
            </a:r>
            <a:endParaRPr sz="1200" dirty="0">
              <a:latin typeface="Arial"/>
              <a:cs typeface="Arial"/>
            </a:endParaRPr>
          </a:p>
        </p:txBody>
      </p:sp>
      <p:sp>
        <p:nvSpPr>
          <p:cNvPr id="13" name="Oval 12">
            <a:extLst>
              <a:ext uri="{FF2B5EF4-FFF2-40B4-BE49-F238E27FC236}">
                <a16:creationId xmlns:a16="http://schemas.microsoft.com/office/drawing/2014/main" id="{EAF61C28-E9DF-4AF5-F71A-8BA3648C953F}"/>
              </a:ext>
            </a:extLst>
          </p:cNvPr>
          <p:cNvSpPr/>
          <p:nvPr/>
        </p:nvSpPr>
        <p:spPr>
          <a:xfrm rot="19442316">
            <a:off x="1538388" y="3399203"/>
            <a:ext cx="2194968" cy="1106397"/>
          </a:xfrm>
          <a:prstGeom prst="ellipse">
            <a:avLst/>
          </a:prstGeom>
          <a:noFill/>
          <a:ln w="76200">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5">
            <a:extLst>
              <a:ext uri="{FF2B5EF4-FFF2-40B4-BE49-F238E27FC236}">
                <a16:creationId xmlns:a16="http://schemas.microsoft.com/office/drawing/2014/main" id="{666C1FA8-50FD-1E5E-109B-910A0A47A5C8}"/>
              </a:ext>
            </a:extLst>
          </p:cNvPr>
          <p:cNvSpPr/>
          <p:nvPr/>
        </p:nvSpPr>
        <p:spPr>
          <a:xfrm>
            <a:off x="4122812" y="3756178"/>
            <a:ext cx="766434" cy="392445"/>
          </a:xfrm>
          <a:prstGeom prst="rightArrow">
            <a:avLst/>
          </a:prstGeom>
          <a:solidFill>
            <a:srgbClr val="1669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bject 4">
            <a:extLst>
              <a:ext uri="{FF2B5EF4-FFF2-40B4-BE49-F238E27FC236}">
                <a16:creationId xmlns:a16="http://schemas.microsoft.com/office/drawing/2014/main" id="{B69ECA3F-5B24-A253-CB2B-22962826ED94}"/>
              </a:ext>
            </a:extLst>
          </p:cNvPr>
          <p:cNvSpPr txBox="1"/>
          <p:nvPr/>
        </p:nvSpPr>
        <p:spPr>
          <a:xfrm>
            <a:off x="288201" y="1078452"/>
            <a:ext cx="3811508" cy="174407"/>
          </a:xfrm>
          <a:prstGeom prst="rect">
            <a:avLst/>
          </a:prstGeom>
        </p:spPr>
        <p:txBody>
          <a:bodyPr vert="horz" wrap="square" lIns="0" tIns="12700" rIns="0" bIns="0" rtlCol="0">
            <a:spAutoFit/>
          </a:bodyPr>
          <a:lstStyle/>
          <a:p>
            <a:pPr marL="12700" algn="ctr">
              <a:lnSpc>
                <a:spcPct val="100000"/>
              </a:lnSpc>
              <a:spcBef>
                <a:spcPts val="100"/>
              </a:spcBef>
            </a:pPr>
            <a:r>
              <a:rPr lang="en-US" sz="1050" b="1" dirty="0">
                <a:latin typeface="Arial"/>
                <a:cs typeface="Arial"/>
              </a:rPr>
              <a:t>GRN of 106 transcription </a:t>
            </a:r>
            <a:r>
              <a:rPr lang="en-US" sz="1050" b="1" dirty="0"/>
              <a:t>f</a:t>
            </a:r>
            <a:r>
              <a:rPr lang="en-US" sz="1050" b="1" dirty="0">
                <a:latin typeface="Arial"/>
                <a:cs typeface="Arial"/>
              </a:rPr>
              <a:t>actors in yeast</a:t>
            </a:r>
            <a:endParaRPr sz="1050" dirty="0">
              <a:latin typeface="Arial"/>
              <a:cs typeface="Arial"/>
            </a:endParaRPr>
          </a:p>
        </p:txBody>
      </p:sp>
    </p:spTree>
    <p:extLst>
      <p:ext uri="{BB962C8B-B14F-4D97-AF65-F5344CB8AC3E}">
        <p14:creationId xmlns:p14="http://schemas.microsoft.com/office/powerpoint/2010/main" val="3134520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BE4DE92-71DA-8820-7C99-913906D63CC3}"/>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65148054-E7D3-5A71-42EB-D4F0A41AAAB0}"/>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2BA73430-53C7-0886-513E-16F4ED8A9C3E}"/>
              </a:ext>
            </a:extLst>
          </p:cNvPr>
          <p:cNvSpPr>
            <a:spLocks noGrp="1"/>
          </p:cNvSpPr>
          <p:nvPr>
            <p:ph type="body" idx="1"/>
          </p:nvPr>
        </p:nvSpPr>
        <p:spPr>
          <a:xfrm>
            <a:off x="297293" y="585777"/>
            <a:ext cx="8285598" cy="4372102"/>
          </a:xfrm>
        </p:spPr>
        <p:txBody>
          <a:bodyPr>
            <a:normAutofit/>
          </a:bodyPr>
          <a:lstStyle/>
          <a:p>
            <a:pPr>
              <a:lnSpc>
                <a:spcPct val="114999"/>
              </a:lnSpc>
            </a:pPr>
            <a:r>
              <a:rPr lang="en-US" dirty="0">
                <a:solidFill>
                  <a:schemeClr val="bg2">
                    <a:lumMod val="40000"/>
                    <a:lumOff val="60000"/>
                  </a:schemeClr>
                </a:solidFill>
              </a:rPr>
              <a:t>GRNsight is an open-source tool that allows for easier visualization </a:t>
            </a:r>
          </a:p>
          <a:p>
            <a:pPr>
              <a:lnSpc>
                <a:spcPct val="114999"/>
              </a:lnSpc>
              <a:buNone/>
            </a:pPr>
            <a:r>
              <a:rPr lang="en-US" dirty="0">
                <a:solidFill>
                  <a:schemeClr val="bg2">
                    <a:lumMod val="40000"/>
                    <a:lumOff val="60000"/>
                  </a:schemeClr>
                </a:solidFill>
              </a:rPr>
              <a:t>     of Gene Regulatory Network (GRN) and Protein-Protein Interactions (PPI).</a:t>
            </a:r>
          </a:p>
          <a:p>
            <a:pPr>
              <a:lnSpc>
                <a:spcPct val="114999"/>
              </a:lnSpc>
            </a:pPr>
            <a:r>
              <a:rPr lang="en-US" dirty="0">
                <a:solidFill>
                  <a:schemeClr val="tx1"/>
                </a:solidFill>
              </a:rPr>
              <a:t>GRNsight is an integral part of a data analysis workflow for biologists who model GRNs. </a:t>
            </a:r>
          </a:p>
          <a:p>
            <a:pPr>
              <a:lnSpc>
                <a:spcPct val="114999"/>
              </a:lnSpc>
            </a:pPr>
            <a:r>
              <a:rPr lang="en-US" dirty="0" err="1">
                <a:solidFill>
                  <a:schemeClr val="bg2">
                    <a:lumMod val="40000"/>
                    <a:lumOff val="60000"/>
                  </a:schemeClr>
                </a:solidFill>
              </a:rPr>
              <a:t>GRNsight’s</a:t>
            </a:r>
            <a:r>
              <a:rPr lang="en-US" dirty="0">
                <a:solidFill>
                  <a:schemeClr val="bg2">
                    <a:lumMod val="40000"/>
                    <a:lumOff val="60000"/>
                  </a:schemeClr>
                </a:solidFill>
              </a:rPr>
              <a:t> interface was originally built using older web tools, leading to repeated code and difficult user interface updates.</a:t>
            </a:r>
          </a:p>
          <a:p>
            <a:pPr>
              <a:lnSpc>
                <a:spcPct val="114999"/>
              </a:lnSpc>
            </a:pPr>
            <a:r>
              <a:rPr lang="en-US" dirty="0">
                <a:solidFill>
                  <a:schemeClr val="bg2">
                    <a:lumMod val="40000"/>
                    <a:lumOff val="60000"/>
                  </a:schemeClr>
                </a:solidFill>
              </a:rPr>
              <a:t>GRNsight has migrated its user interface to React Vite and Grommet UI which are modern, scalable industry-standard frameworks.</a:t>
            </a:r>
          </a:p>
          <a:p>
            <a:pPr>
              <a:lnSpc>
                <a:spcPct val="114999"/>
              </a:lnSpc>
            </a:pPr>
            <a:r>
              <a:rPr lang="en-US" dirty="0">
                <a:solidFill>
                  <a:schemeClr val="bg2">
                    <a:lumMod val="40000"/>
                    <a:lumOff val="60000"/>
                  </a:schemeClr>
                </a:solidFill>
              </a:rPr>
              <a:t>GRNsight React migration has resulted in user interface improvements and bug fixes that enhance the user experience for biologists.</a:t>
            </a:r>
          </a:p>
        </p:txBody>
      </p:sp>
    </p:spTree>
    <p:extLst>
      <p:ext uri="{BB962C8B-B14F-4D97-AF65-F5344CB8AC3E}">
        <p14:creationId xmlns:p14="http://schemas.microsoft.com/office/powerpoint/2010/main" val="2019091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DA4D-8BE8-5A86-0D44-5FD1A3837FD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3D23B39-2E4C-C9C8-7908-FBE73ED5ADF2}"/>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D65BB453-897E-4368-ED50-0ACA45F52310}"/>
              </a:ext>
            </a:extLst>
          </p:cNvPr>
          <p:cNvPicPr>
            <a:picLocks noChangeAspect="1"/>
          </p:cNvPicPr>
          <p:nvPr/>
        </p:nvPicPr>
        <p:blipFill>
          <a:blip r:embed="rId4">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grpSp>
        <p:nvGrpSpPr>
          <p:cNvPr id="56" name="Group 55">
            <a:extLst>
              <a:ext uri="{FF2B5EF4-FFF2-40B4-BE49-F238E27FC236}">
                <a16:creationId xmlns:a16="http://schemas.microsoft.com/office/drawing/2014/main" id="{6533F68D-322F-C551-AC4D-CE0233699094}"/>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20FA9CC7-BD65-63C0-8E43-E6D3C42CC0B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A35756A5-1EFE-BA1A-6785-70FCD8806C8B}"/>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B49B4D54-3702-7FE8-4D9E-9C8C0FD52B2F}"/>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5D9AA619-C0C8-87EB-5F45-877483B98063}"/>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43" name="Picture 42">
            <a:extLst>
              <a:ext uri="{FF2B5EF4-FFF2-40B4-BE49-F238E27FC236}">
                <a16:creationId xmlns:a16="http://schemas.microsoft.com/office/drawing/2014/main" id="{D72F6F24-4F13-2EBE-C9EF-DF5708035BBD}"/>
              </a:ext>
            </a:extLst>
          </p:cNvPr>
          <p:cNvPicPr>
            <a:picLocks noChangeAspect="1"/>
          </p:cNvPicPr>
          <p:nvPr/>
        </p:nvPicPr>
        <p:blipFill>
          <a:blip r:embed="rId8">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7" name="Picture 46">
            <a:extLst>
              <a:ext uri="{FF2B5EF4-FFF2-40B4-BE49-F238E27FC236}">
                <a16:creationId xmlns:a16="http://schemas.microsoft.com/office/drawing/2014/main" id="{9B072932-A5B8-7A33-0092-553084C81A3C}"/>
              </a:ext>
            </a:extLst>
          </p:cNvPr>
          <p:cNvPicPr>
            <a:picLocks noChangeAspect="1"/>
          </p:cNvPicPr>
          <p:nvPr/>
        </p:nvPicPr>
        <p:blipFill>
          <a:blip r:embed="rId9">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FD103D67-639B-DAA9-FB57-44E29FDFF99A}"/>
              </a:ext>
            </a:extLst>
          </p:cNvPr>
          <p:cNvGrpSpPr/>
          <p:nvPr/>
        </p:nvGrpSpPr>
        <p:grpSpPr>
          <a:xfrm>
            <a:off x="1478107" y="1191266"/>
            <a:ext cx="4131870" cy="2013393"/>
            <a:chOff x="1970808" y="1588356"/>
            <a:chExt cx="5509160" cy="2684525"/>
          </a:xfrm>
        </p:grpSpPr>
        <p:grpSp>
          <p:nvGrpSpPr>
            <p:cNvPr id="57" name="Group 56">
              <a:extLst>
                <a:ext uri="{FF2B5EF4-FFF2-40B4-BE49-F238E27FC236}">
                  <a16:creationId xmlns:a16="http://schemas.microsoft.com/office/drawing/2014/main" id="{3F0DC660-FEA7-3242-EF70-B81823A634E5}"/>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48403943-3438-2BCA-3531-18EEBCA5F70B}"/>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DA39C395-4F01-D537-C6BC-2986F1752AB6}"/>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sp>
          <p:nvSpPr>
            <p:cNvPr id="7" name="TextBox 2">
              <a:extLst>
                <a:ext uri="{FF2B5EF4-FFF2-40B4-BE49-F238E27FC236}">
                  <a16:creationId xmlns:a16="http://schemas.microsoft.com/office/drawing/2014/main" id="{985D8249-0031-F5B7-2C72-82896CCDE872}"/>
                </a:ext>
              </a:extLst>
            </p:cNvPr>
            <p:cNvSpPr txBox="1">
              <a:spLocks noChangeArrowheads="1"/>
            </p:cNvSpPr>
            <p:nvPr/>
          </p:nvSpPr>
          <p:spPr bwMode="auto">
            <a:xfrm>
              <a:off x="4693491" y="1588356"/>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spTree>
    <p:extLst>
      <p:ext uri="{BB962C8B-B14F-4D97-AF65-F5344CB8AC3E}">
        <p14:creationId xmlns:p14="http://schemas.microsoft.com/office/powerpoint/2010/main" val="422772284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89505-D4EC-151C-028F-F73A7AD0891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9BA0CBA-CDA9-C3B7-A3EB-458D3EB8B10D}"/>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5162F215-1D13-1B9A-2903-2D4D8EC606EF}"/>
              </a:ext>
            </a:extLst>
          </p:cNvPr>
          <p:cNvPicPr>
            <a:picLocks noChangeAspect="1"/>
          </p:cNvPicPr>
          <p:nvPr/>
        </p:nvPicPr>
        <p:blipFill>
          <a:blip r:embed="rId3">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grpSp>
        <p:nvGrpSpPr>
          <p:cNvPr id="56" name="Group 55">
            <a:extLst>
              <a:ext uri="{FF2B5EF4-FFF2-40B4-BE49-F238E27FC236}">
                <a16:creationId xmlns:a16="http://schemas.microsoft.com/office/drawing/2014/main" id="{1403D8CE-5B91-BCAD-D5BE-CED5C3D29519}"/>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50A56FB6-2F99-8988-A7AC-52D95B2A2C3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DAEBA300-2B38-9E5F-FC3F-6DD8BAC82B91}"/>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8F5F76A2-AE09-249B-30F0-7069731CB3D5}"/>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3D3F7A75-B6BB-92C4-A328-30EA0F5469BD}"/>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35" name="Picture 34">
            <a:extLst>
              <a:ext uri="{FF2B5EF4-FFF2-40B4-BE49-F238E27FC236}">
                <a16:creationId xmlns:a16="http://schemas.microsoft.com/office/drawing/2014/main" id="{DF9FC60E-CB44-B1F6-83B8-6323D7F84536}"/>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a:xfrm>
            <a:off x="5893733" y="831949"/>
            <a:ext cx="543195" cy="865088"/>
          </a:xfrm>
          <a:prstGeom prst="rect">
            <a:avLst/>
          </a:prstGeom>
        </p:spPr>
      </p:pic>
      <p:pic>
        <p:nvPicPr>
          <p:cNvPr id="36" name="Picture 35">
            <a:extLst>
              <a:ext uri="{FF2B5EF4-FFF2-40B4-BE49-F238E27FC236}">
                <a16:creationId xmlns:a16="http://schemas.microsoft.com/office/drawing/2014/main" id="{548974A8-184E-2A91-E5FB-091C9B3B9A77}"/>
              </a:ext>
            </a:extLst>
          </p:cNvPr>
          <p:cNvPicPr>
            <a:picLocks noChangeAspect="1"/>
          </p:cNvPicPr>
          <p:nvPr/>
        </p:nvPicPr>
        <p:blipFill>
          <a:blip r:embed="rId8">
            <a:extLst>
              <a:ext uri="{28A0092B-C50C-407E-A947-70E740481C1C}">
                <a14:useLocalDpi xmlns:a14="http://schemas.microsoft.com/office/drawing/2010/main"/>
              </a:ext>
            </a:extLst>
          </a:blip>
          <a:srcRect/>
          <a:stretch>
            <a:fillRect/>
          </a:stretch>
        </p:blipFill>
        <p:spPr>
          <a:xfrm>
            <a:off x="6002833" y="936185"/>
            <a:ext cx="568754" cy="865088"/>
          </a:xfrm>
          <a:prstGeom prst="rect">
            <a:avLst/>
          </a:prstGeom>
        </p:spPr>
      </p:pic>
      <p:pic>
        <p:nvPicPr>
          <p:cNvPr id="37" name="Picture 36">
            <a:extLst>
              <a:ext uri="{FF2B5EF4-FFF2-40B4-BE49-F238E27FC236}">
                <a16:creationId xmlns:a16="http://schemas.microsoft.com/office/drawing/2014/main" id="{2F558651-FDCA-370F-2837-0F8C4E0FF1DD}"/>
              </a:ext>
            </a:extLst>
          </p:cNvPr>
          <p:cNvPicPr>
            <a:picLocks noChangeAspect="1"/>
          </p:cNvPicPr>
          <p:nvPr/>
        </p:nvPicPr>
        <p:blipFill>
          <a:blip r:embed="rId9">
            <a:extLst>
              <a:ext uri="{28A0092B-C50C-407E-A947-70E740481C1C}">
                <a14:useLocalDpi xmlns:a14="http://schemas.microsoft.com/office/drawing/2010/main"/>
              </a:ext>
            </a:extLst>
          </a:blip>
          <a:srcRect/>
          <a:stretch>
            <a:fillRect/>
          </a:stretch>
        </p:blipFill>
        <p:spPr>
          <a:xfrm>
            <a:off x="6108122" y="1036395"/>
            <a:ext cx="483444" cy="869113"/>
          </a:xfrm>
          <a:prstGeom prst="rect">
            <a:avLst/>
          </a:prstGeom>
        </p:spPr>
      </p:pic>
      <p:pic>
        <p:nvPicPr>
          <p:cNvPr id="38" name="Picture 37">
            <a:extLst>
              <a:ext uri="{FF2B5EF4-FFF2-40B4-BE49-F238E27FC236}">
                <a16:creationId xmlns:a16="http://schemas.microsoft.com/office/drawing/2014/main" id="{50F57549-F21D-248D-F44E-45035CCAEA6F}"/>
              </a:ext>
            </a:extLst>
          </p:cNvPr>
          <p:cNvPicPr>
            <a:picLocks noChangeAspect="1"/>
          </p:cNvPicPr>
          <p:nvPr/>
        </p:nvPicPr>
        <p:blipFill>
          <a:blip r:embed="rId10">
            <a:extLst>
              <a:ext uri="{28A0092B-C50C-407E-A947-70E740481C1C}">
                <a14:useLocalDpi xmlns:a14="http://schemas.microsoft.com/office/drawing/2010/main"/>
              </a:ext>
            </a:extLst>
          </a:blip>
          <a:srcRect/>
          <a:stretch>
            <a:fillRect/>
          </a:stretch>
        </p:blipFill>
        <p:spPr>
          <a:xfrm>
            <a:off x="6205904" y="1141159"/>
            <a:ext cx="1518774" cy="866940"/>
          </a:xfrm>
          <a:prstGeom prst="rect">
            <a:avLst/>
          </a:prstGeom>
        </p:spPr>
      </p:pic>
      <p:pic>
        <p:nvPicPr>
          <p:cNvPr id="39" name="Picture 38">
            <a:extLst>
              <a:ext uri="{FF2B5EF4-FFF2-40B4-BE49-F238E27FC236}">
                <a16:creationId xmlns:a16="http://schemas.microsoft.com/office/drawing/2014/main" id="{E6819E1F-4A63-DB04-E656-49DCF354FAB8}"/>
              </a:ext>
            </a:extLst>
          </p:cNvPr>
          <p:cNvPicPr>
            <a:picLocks noChangeAspect="1"/>
          </p:cNvPicPr>
          <p:nvPr/>
        </p:nvPicPr>
        <p:blipFill>
          <a:blip r:embed="rId11">
            <a:extLst>
              <a:ext uri="{28A0092B-C50C-407E-A947-70E740481C1C}">
                <a14:useLocalDpi xmlns:a14="http://schemas.microsoft.com/office/drawing/2010/main"/>
              </a:ext>
            </a:extLst>
          </a:blip>
          <a:srcRect/>
          <a:stretch>
            <a:fillRect/>
          </a:stretch>
        </p:blipFill>
        <p:spPr>
          <a:xfrm>
            <a:off x="6349845" y="1252635"/>
            <a:ext cx="1666580" cy="865088"/>
          </a:xfrm>
          <a:prstGeom prst="rect">
            <a:avLst/>
          </a:prstGeom>
        </p:spPr>
      </p:pic>
      <p:pic>
        <p:nvPicPr>
          <p:cNvPr id="40" name="Picture 39">
            <a:extLst>
              <a:ext uri="{FF2B5EF4-FFF2-40B4-BE49-F238E27FC236}">
                <a16:creationId xmlns:a16="http://schemas.microsoft.com/office/drawing/2014/main" id="{6419156E-DE3C-B7D9-C534-4F48EC22E3F7}"/>
              </a:ext>
            </a:extLst>
          </p:cNvPr>
          <p:cNvPicPr>
            <a:picLocks noChangeAspect="1"/>
          </p:cNvPicPr>
          <p:nvPr/>
        </p:nvPicPr>
        <p:blipFill>
          <a:blip r:embed="rId12">
            <a:extLst>
              <a:ext uri="{28A0092B-C50C-407E-A947-70E740481C1C}">
                <a14:useLocalDpi xmlns:a14="http://schemas.microsoft.com/office/drawing/2010/main"/>
              </a:ext>
            </a:extLst>
          </a:blip>
          <a:srcRect/>
          <a:stretch>
            <a:fillRect/>
          </a:stretch>
        </p:blipFill>
        <p:spPr>
          <a:xfrm>
            <a:off x="6592714" y="1368729"/>
            <a:ext cx="1765385" cy="866940"/>
          </a:xfrm>
          <a:prstGeom prst="rect">
            <a:avLst/>
          </a:prstGeom>
        </p:spPr>
      </p:pic>
      <p:pic>
        <p:nvPicPr>
          <p:cNvPr id="43" name="Picture 42">
            <a:extLst>
              <a:ext uri="{FF2B5EF4-FFF2-40B4-BE49-F238E27FC236}">
                <a16:creationId xmlns:a16="http://schemas.microsoft.com/office/drawing/2014/main" id="{8D734262-DEB7-5AAF-E42D-FEF6AFB40B31}"/>
              </a:ext>
            </a:extLst>
          </p:cNvPr>
          <p:cNvPicPr>
            <a:picLocks noChangeAspect="1"/>
          </p:cNvPicPr>
          <p:nvPr/>
        </p:nvPicPr>
        <p:blipFill>
          <a:blip r:embed="rId13">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5" name="Picture 44">
            <a:extLst>
              <a:ext uri="{FF2B5EF4-FFF2-40B4-BE49-F238E27FC236}">
                <a16:creationId xmlns:a16="http://schemas.microsoft.com/office/drawing/2014/main" id="{B82F8F62-8BC4-6F4A-068A-69D8488BEF35}"/>
              </a:ext>
            </a:extLst>
          </p:cNvPr>
          <p:cNvPicPr>
            <a:picLocks noChangeAspect="1"/>
          </p:cNvPicPr>
          <p:nvPr/>
        </p:nvPicPr>
        <p:blipFill>
          <a:blip r:embed="rId14">
            <a:extLst>
              <a:ext uri="{28A0092B-C50C-407E-A947-70E740481C1C}">
                <a14:useLocalDpi xmlns:a14="http://schemas.microsoft.com/office/drawing/2010/main"/>
              </a:ext>
            </a:extLst>
          </a:blip>
          <a:srcRect/>
          <a:stretch>
            <a:fillRect/>
          </a:stretch>
        </p:blipFill>
        <p:spPr>
          <a:xfrm>
            <a:off x="3955689" y="1993011"/>
            <a:ext cx="1215486" cy="1745938"/>
          </a:xfrm>
          <a:prstGeom prst="rect">
            <a:avLst/>
          </a:prstGeom>
        </p:spPr>
      </p:pic>
      <p:pic>
        <p:nvPicPr>
          <p:cNvPr id="47" name="Picture 46">
            <a:extLst>
              <a:ext uri="{FF2B5EF4-FFF2-40B4-BE49-F238E27FC236}">
                <a16:creationId xmlns:a16="http://schemas.microsoft.com/office/drawing/2014/main" id="{B4520912-9F8B-1F3B-329A-E66EE590E201}"/>
              </a:ext>
            </a:extLst>
          </p:cNvPr>
          <p:cNvPicPr>
            <a:picLocks noChangeAspect="1"/>
          </p:cNvPicPr>
          <p:nvPr/>
        </p:nvPicPr>
        <p:blipFill>
          <a:blip r:embed="rId15">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304C6EB9-9C9B-31E6-C17C-298364F1CB50}"/>
              </a:ext>
            </a:extLst>
          </p:cNvPr>
          <p:cNvGrpSpPr/>
          <p:nvPr/>
        </p:nvGrpSpPr>
        <p:grpSpPr>
          <a:xfrm>
            <a:off x="1478107" y="1191267"/>
            <a:ext cx="4131870" cy="2013394"/>
            <a:chOff x="1970808" y="1588356"/>
            <a:chExt cx="5509160" cy="2684525"/>
          </a:xfrm>
        </p:grpSpPr>
        <p:grpSp>
          <p:nvGrpSpPr>
            <p:cNvPr id="57" name="Group 56">
              <a:extLst>
                <a:ext uri="{FF2B5EF4-FFF2-40B4-BE49-F238E27FC236}">
                  <a16:creationId xmlns:a16="http://schemas.microsoft.com/office/drawing/2014/main" id="{CEE84A93-CCFF-2713-F8CB-6D7B0B04BF39}"/>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0B0624D2-38C3-E297-D5BF-4A0AFD85C1C6}"/>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D665AA55-7129-ADC8-DAF3-3E7836F164B8}"/>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grpSp>
          <p:nvGrpSpPr>
            <p:cNvPr id="58" name="Group 57">
              <a:extLst>
                <a:ext uri="{FF2B5EF4-FFF2-40B4-BE49-F238E27FC236}">
                  <a16:creationId xmlns:a16="http://schemas.microsoft.com/office/drawing/2014/main" id="{A0F98786-EB77-3A6E-CE35-4E309B947CDD}"/>
                </a:ext>
              </a:extLst>
            </p:cNvPr>
            <p:cNvGrpSpPr/>
            <p:nvPr/>
          </p:nvGrpSpPr>
          <p:grpSpPr>
            <a:xfrm>
              <a:off x="4693491" y="1588356"/>
              <a:ext cx="2786477" cy="934104"/>
              <a:chOff x="4693491" y="1588356"/>
              <a:chExt cx="2786477" cy="934104"/>
            </a:xfrm>
          </p:grpSpPr>
          <p:grpSp>
            <p:nvGrpSpPr>
              <p:cNvPr id="5" name="Group 4">
                <a:extLst>
                  <a:ext uri="{FF2B5EF4-FFF2-40B4-BE49-F238E27FC236}">
                    <a16:creationId xmlns:a16="http://schemas.microsoft.com/office/drawing/2014/main" id="{5BF8499D-0B72-58EA-183A-5EB42DD3AB97}"/>
                  </a:ext>
                </a:extLst>
              </p:cNvPr>
              <p:cNvGrpSpPr/>
              <p:nvPr/>
            </p:nvGrpSpPr>
            <p:grpSpPr>
              <a:xfrm>
                <a:off x="4693491" y="1588356"/>
                <a:ext cx="2786477" cy="934104"/>
                <a:chOff x="3063195" y="1371002"/>
                <a:chExt cx="2786477" cy="934104"/>
              </a:xfrm>
            </p:grpSpPr>
            <p:sp>
              <p:nvSpPr>
                <p:cNvPr id="6" name="Rounded Rectangle 1">
                  <a:extLst>
                    <a:ext uri="{FF2B5EF4-FFF2-40B4-BE49-F238E27FC236}">
                      <a16:creationId xmlns:a16="http://schemas.microsoft.com/office/drawing/2014/main" id="{992F09D3-306F-E921-35F8-822FE53BBD00}"/>
                    </a:ext>
                  </a:extLst>
                </p:cNvPr>
                <p:cNvSpPr>
                  <a:spLocks noChangeArrowheads="1"/>
                </p:cNvSpPr>
                <p:nvPr/>
              </p:nvSpPr>
              <p:spPr bwMode="auto">
                <a:xfrm>
                  <a:off x="3201526" y="1381487"/>
                  <a:ext cx="2509815" cy="923619"/>
                </a:xfrm>
                <a:prstGeom prst="roundRect">
                  <a:avLst>
                    <a:gd name="adj" fmla="val 16667"/>
                  </a:avLst>
                </a:prstGeom>
                <a:solidFill>
                  <a:srgbClr val="297B49"/>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7" name="TextBox 2">
                  <a:extLst>
                    <a:ext uri="{FF2B5EF4-FFF2-40B4-BE49-F238E27FC236}">
                      <a16:creationId xmlns:a16="http://schemas.microsoft.com/office/drawing/2014/main" id="{F838745C-DFC6-9A3C-C3B3-3DFE3D5EE8FE}"/>
                    </a:ext>
                  </a:extLst>
                </p:cNvPr>
                <p:cNvSpPr txBox="1">
                  <a:spLocks noChangeArrowheads="1"/>
                </p:cNvSpPr>
                <p:nvPr/>
              </p:nvSpPr>
              <p:spPr bwMode="auto">
                <a:xfrm>
                  <a:off x="3063195" y="1371002"/>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pic>
            <p:nvPicPr>
              <p:cNvPr id="20" name="Picture 19">
                <a:extLst>
                  <a:ext uri="{FF2B5EF4-FFF2-40B4-BE49-F238E27FC236}">
                    <a16:creationId xmlns:a16="http://schemas.microsoft.com/office/drawing/2014/main" id="{4AA6E1CD-6EAF-6421-D2B0-FF6EC2A39918}"/>
                  </a:ext>
                </a:extLst>
              </p:cNvPr>
              <p:cNvPicPr>
                <a:picLocks noChangeAspect="1"/>
              </p:cNvPicPr>
              <p:nvPr/>
            </p:nvPicPr>
            <p:blipFill rotWithShape="1">
              <a:blip r:embed="rId16" cstate="print">
                <a:extLst>
                  <a:ext uri="{28A0092B-C50C-407E-A947-70E740481C1C}">
                    <a14:useLocalDpi xmlns:a14="http://schemas.microsoft.com/office/drawing/2010/main"/>
                  </a:ext>
                </a:extLst>
              </a:blip>
              <a:srcRect l="23115" t="25234" r="21151" b="25277"/>
              <a:stretch/>
            </p:blipFill>
            <p:spPr>
              <a:xfrm>
                <a:off x="5770452" y="1921416"/>
                <a:ext cx="632554" cy="561663"/>
              </a:xfrm>
              <a:prstGeom prst="rect">
                <a:avLst/>
              </a:prstGeom>
            </p:spPr>
          </p:pic>
        </p:grpSp>
        <p:cxnSp>
          <p:nvCxnSpPr>
            <p:cNvPr id="18" name="Straight Arrow Connector 17">
              <a:extLst>
                <a:ext uri="{FF2B5EF4-FFF2-40B4-BE49-F238E27FC236}">
                  <a16:creationId xmlns:a16="http://schemas.microsoft.com/office/drawing/2014/main" id="{C7918183-7CD1-D9D9-AB27-9052E30B5704}"/>
                </a:ext>
              </a:extLst>
            </p:cNvPr>
            <p:cNvCxnSpPr/>
            <p:nvPr/>
          </p:nvCxnSpPr>
          <p:spPr bwMode="auto">
            <a:xfrm flipV="1">
              <a:off x="3424909"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496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29CAE-DCE2-2572-B918-67E35757DD0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1268662-EB3A-3220-A711-E3DDE6DEB9EA}"/>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0DCDB54E-9FAE-43EA-98A0-C9D2DE183E68}"/>
              </a:ext>
            </a:extLst>
          </p:cNvPr>
          <p:cNvPicPr>
            <a:picLocks noChangeAspect="1"/>
          </p:cNvPicPr>
          <p:nvPr/>
        </p:nvPicPr>
        <p:blipFill>
          <a:blip r:embed="rId3">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pic>
        <p:nvPicPr>
          <p:cNvPr id="28" name="Picture 2" descr="figure01a">
            <a:extLst>
              <a:ext uri="{FF2B5EF4-FFF2-40B4-BE49-F238E27FC236}">
                <a16:creationId xmlns:a16="http://schemas.microsoft.com/office/drawing/2014/main" id="{8901F0D1-3A98-1B35-1F64-52EAFE7D9031}"/>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658751" y="2333474"/>
            <a:ext cx="1483652" cy="111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 name="Group 55">
            <a:extLst>
              <a:ext uri="{FF2B5EF4-FFF2-40B4-BE49-F238E27FC236}">
                <a16:creationId xmlns:a16="http://schemas.microsoft.com/office/drawing/2014/main" id="{1ADF7FDD-F9E7-BBB1-2E4E-86EF0A3D5ECD}"/>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AB383B82-7590-135B-468E-A31BA65EF43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E870A41D-61FC-1A8E-FBC2-1941F6980D37}"/>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DC248022-BCBD-9247-84F2-63ED3EF1A6E3}"/>
                  </a:ext>
                </a:extLst>
              </p:cNvPr>
              <p:cNvPicPr>
                <a:picLocks noChangeAspect="1"/>
              </p:cNvPicPr>
              <p:nvPr/>
            </p:nvPicPr>
            <p:blipFill>
              <a:blip r:embed="rId6">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2995A90B-101E-74C9-5284-1BD8E8C4A455}"/>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35" name="Picture 34">
            <a:extLst>
              <a:ext uri="{FF2B5EF4-FFF2-40B4-BE49-F238E27FC236}">
                <a16:creationId xmlns:a16="http://schemas.microsoft.com/office/drawing/2014/main" id="{D90C9A17-38E5-1C7F-570E-069CF0C4CDD9}"/>
              </a:ext>
            </a:extLst>
          </p:cNvPr>
          <p:cNvPicPr>
            <a:picLocks noChangeAspect="1"/>
          </p:cNvPicPr>
          <p:nvPr/>
        </p:nvPicPr>
        <p:blipFill>
          <a:blip r:embed="rId8">
            <a:extLst>
              <a:ext uri="{28A0092B-C50C-407E-A947-70E740481C1C}">
                <a14:useLocalDpi xmlns:a14="http://schemas.microsoft.com/office/drawing/2010/main"/>
              </a:ext>
            </a:extLst>
          </a:blip>
          <a:srcRect/>
          <a:stretch>
            <a:fillRect/>
          </a:stretch>
        </p:blipFill>
        <p:spPr>
          <a:xfrm>
            <a:off x="5893733" y="831949"/>
            <a:ext cx="543195" cy="865088"/>
          </a:xfrm>
          <a:prstGeom prst="rect">
            <a:avLst/>
          </a:prstGeom>
        </p:spPr>
      </p:pic>
      <p:pic>
        <p:nvPicPr>
          <p:cNvPr id="36" name="Picture 35">
            <a:extLst>
              <a:ext uri="{FF2B5EF4-FFF2-40B4-BE49-F238E27FC236}">
                <a16:creationId xmlns:a16="http://schemas.microsoft.com/office/drawing/2014/main" id="{65992C69-A89B-BB9A-387B-98A403F52AEF}"/>
              </a:ext>
            </a:extLst>
          </p:cNvPr>
          <p:cNvPicPr>
            <a:picLocks noChangeAspect="1"/>
          </p:cNvPicPr>
          <p:nvPr/>
        </p:nvPicPr>
        <p:blipFill>
          <a:blip r:embed="rId9">
            <a:extLst>
              <a:ext uri="{28A0092B-C50C-407E-A947-70E740481C1C}">
                <a14:useLocalDpi xmlns:a14="http://schemas.microsoft.com/office/drawing/2010/main"/>
              </a:ext>
            </a:extLst>
          </a:blip>
          <a:srcRect/>
          <a:stretch>
            <a:fillRect/>
          </a:stretch>
        </p:blipFill>
        <p:spPr>
          <a:xfrm>
            <a:off x="6002833" y="936185"/>
            <a:ext cx="568754" cy="865088"/>
          </a:xfrm>
          <a:prstGeom prst="rect">
            <a:avLst/>
          </a:prstGeom>
        </p:spPr>
      </p:pic>
      <p:pic>
        <p:nvPicPr>
          <p:cNvPr id="37" name="Picture 36">
            <a:extLst>
              <a:ext uri="{FF2B5EF4-FFF2-40B4-BE49-F238E27FC236}">
                <a16:creationId xmlns:a16="http://schemas.microsoft.com/office/drawing/2014/main" id="{46D6C555-5168-7DE7-ACA5-47E8BF2DFB4B}"/>
              </a:ext>
            </a:extLst>
          </p:cNvPr>
          <p:cNvPicPr>
            <a:picLocks noChangeAspect="1"/>
          </p:cNvPicPr>
          <p:nvPr/>
        </p:nvPicPr>
        <p:blipFill>
          <a:blip r:embed="rId10">
            <a:extLst>
              <a:ext uri="{28A0092B-C50C-407E-A947-70E740481C1C}">
                <a14:useLocalDpi xmlns:a14="http://schemas.microsoft.com/office/drawing/2010/main"/>
              </a:ext>
            </a:extLst>
          </a:blip>
          <a:srcRect/>
          <a:stretch>
            <a:fillRect/>
          </a:stretch>
        </p:blipFill>
        <p:spPr>
          <a:xfrm>
            <a:off x="6108122" y="1036395"/>
            <a:ext cx="483444" cy="869113"/>
          </a:xfrm>
          <a:prstGeom prst="rect">
            <a:avLst/>
          </a:prstGeom>
        </p:spPr>
      </p:pic>
      <p:pic>
        <p:nvPicPr>
          <p:cNvPr id="38" name="Picture 37">
            <a:extLst>
              <a:ext uri="{FF2B5EF4-FFF2-40B4-BE49-F238E27FC236}">
                <a16:creationId xmlns:a16="http://schemas.microsoft.com/office/drawing/2014/main" id="{F80EC255-7CB9-D2DD-E383-E12D48A85675}"/>
              </a:ext>
            </a:extLst>
          </p:cNvPr>
          <p:cNvPicPr>
            <a:picLocks noChangeAspect="1"/>
          </p:cNvPicPr>
          <p:nvPr/>
        </p:nvPicPr>
        <p:blipFill>
          <a:blip r:embed="rId11">
            <a:extLst>
              <a:ext uri="{28A0092B-C50C-407E-A947-70E740481C1C}">
                <a14:useLocalDpi xmlns:a14="http://schemas.microsoft.com/office/drawing/2010/main"/>
              </a:ext>
            </a:extLst>
          </a:blip>
          <a:srcRect/>
          <a:stretch>
            <a:fillRect/>
          </a:stretch>
        </p:blipFill>
        <p:spPr>
          <a:xfrm>
            <a:off x="6205904" y="1141159"/>
            <a:ext cx="1518774" cy="866940"/>
          </a:xfrm>
          <a:prstGeom prst="rect">
            <a:avLst/>
          </a:prstGeom>
        </p:spPr>
      </p:pic>
      <p:pic>
        <p:nvPicPr>
          <p:cNvPr id="39" name="Picture 38">
            <a:extLst>
              <a:ext uri="{FF2B5EF4-FFF2-40B4-BE49-F238E27FC236}">
                <a16:creationId xmlns:a16="http://schemas.microsoft.com/office/drawing/2014/main" id="{CEB18DAD-1D65-D373-0BF2-D300C598208B}"/>
              </a:ext>
            </a:extLst>
          </p:cNvPr>
          <p:cNvPicPr>
            <a:picLocks noChangeAspect="1"/>
          </p:cNvPicPr>
          <p:nvPr/>
        </p:nvPicPr>
        <p:blipFill>
          <a:blip r:embed="rId12">
            <a:extLst>
              <a:ext uri="{28A0092B-C50C-407E-A947-70E740481C1C}">
                <a14:useLocalDpi xmlns:a14="http://schemas.microsoft.com/office/drawing/2010/main"/>
              </a:ext>
            </a:extLst>
          </a:blip>
          <a:srcRect/>
          <a:stretch>
            <a:fillRect/>
          </a:stretch>
        </p:blipFill>
        <p:spPr>
          <a:xfrm>
            <a:off x="6349845" y="1252635"/>
            <a:ext cx="1666580" cy="865088"/>
          </a:xfrm>
          <a:prstGeom prst="rect">
            <a:avLst/>
          </a:prstGeom>
        </p:spPr>
      </p:pic>
      <p:pic>
        <p:nvPicPr>
          <p:cNvPr id="40" name="Picture 39">
            <a:extLst>
              <a:ext uri="{FF2B5EF4-FFF2-40B4-BE49-F238E27FC236}">
                <a16:creationId xmlns:a16="http://schemas.microsoft.com/office/drawing/2014/main" id="{7409F8A9-1DBF-DBAA-F54B-6C8E0934ECD2}"/>
              </a:ext>
            </a:extLst>
          </p:cNvPr>
          <p:cNvPicPr>
            <a:picLocks noChangeAspect="1"/>
          </p:cNvPicPr>
          <p:nvPr/>
        </p:nvPicPr>
        <p:blipFill>
          <a:blip r:embed="rId13">
            <a:extLst>
              <a:ext uri="{28A0092B-C50C-407E-A947-70E740481C1C}">
                <a14:useLocalDpi xmlns:a14="http://schemas.microsoft.com/office/drawing/2010/main"/>
              </a:ext>
            </a:extLst>
          </a:blip>
          <a:srcRect/>
          <a:stretch>
            <a:fillRect/>
          </a:stretch>
        </p:blipFill>
        <p:spPr>
          <a:xfrm>
            <a:off x="6592714" y="1368729"/>
            <a:ext cx="1765385" cy="866940"/>
          </a:xfrm>
          <a:prstGeom prst="rect">
            <a:avLst/>
          </a:prstGeom>
        </p:spPr>
      </p:pic>
      <p:pic>
        <p:nvPicPr>
          <p:cNvPr id="43" name="Picture 42">
            <a:extLst>
              <a:ext uri="{FF2B5EF4-FFF2-40B4-BE49-F238E27FC236}">
                <a16:creationId xmlns:a16="http://schemas.microsoft.com/office/drawing/2014/main" id="{12F28709-79ED-0C09-A5F1-AE0AC22635D7}"/>
              </a:ext>
            </a:extLst>
          </p:cNvPr>
          <p:cNvPicPr>
            <a:picLocks noChangeAspect="1"/>
          </p:cNvPicPr>
          <p:nvPr/>
        </p:nvPicPr>
        <p:blipFill>
          <a:blip r:embed="rId14">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5" name="Picture 44">
            <a:extLst>
              <a:ext uri="{FF2B5EF4-FFF2-40B4-BE49-F238E27FC236}">
                <a16:creationId xmlns:a16="http://schemas.microsoft.com/office/drawing/2014/main" id="{8B38B715-A2AF-44A8-B0CA-ACC395D413EB}"/>
              </a:ext>
            </a:extLst>
          </p:cNvPr>
          <p:cNvPicPr>
            <a:picLocks noChangeAspect="1"/>
          </p:cNvPicPr>
          <p:nvPr/>
        </p:nvPicPr>
        <p:blipFill>
          <a:blip r:embed="rId15">
            <a:extLst>
              <a:ext uri="{28A0092B-C50C-407E-A947-70E740481C1C}">
                <a14:useLocalDpi xmlns:a14="http://schemas.microsoft.com/office/drawing/2010/main"/>
              </a:ext>
            </a:extLst>
          </a:blip>
          <a:srcRect/>
          <a:stretch>
            <a:fillRect/>
          </a:stretch>
        </p:blipFill>
        <p:spPr>
          <a:xfrm>
            <a:off x="3955689" y="1993011"/>
            <a:ext cx="1215486" cy="1745938"/>
          </a:xfrm>
          <a:prstGeom prst="rect">
            <a:avLst/>
          </a:prstGeom>
        </p:spPr>
      </p:pic>
      <p:pic>
        <p:nvPicPr>
          <p:cNvPr id="47" name="Picture 46">
            <a:extLst>
              <a:ext uri="{FF2B5EF4-FFF2-40B4-BE49-F238E27FC236}">
                <a16:creationId xmlns:a16="http://schemas.microsoft.com/office/drawing/2014/main" id="{1E42A7F9-97B9-EA45-EC9E-F2B70119834C}"/>
              </a:ext>
            </a:extLst>
          </p:cNvPr>
          <p:cNvPicPr>
            <a:picLocks noChangeAspect="1"/>
          </p:cNvPicPr>
          <p:nvPr/>
        </p:nvPicPr>
        <p:blipFill>
          <a:blip r:embed="rId16">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9862455D-77B6-4E99-CF5A-48F18033E6B3}"/>
              </a:ext>
            </a:extLst>
          </p:cNvPr>
          <p:cNvGrpSpPr/>
          <p:nvPr/>
        </p:nvGrpSpPr>
        <p:grpSpPr>
          <a:xfrm>
            <a:off x="1478107" y="1191267"/>
            <a:ext cx="6170489" cy="3340926"/>
            <a:chOff x="1970808" y="1588356"/>
            <a:chExt cx="8227319" cy="4454568"/>
          </a:xfrm>
        </p:grpSpPr>
        <p:cxnSp>
          <p:nvCxnSpPr>
            <p:cNvPr id="8" name="Straight Arrow Connector 7">
              <a:extLst>
                <a:ext uri="{FF2B5EF4-FFF2-40B4-BE49-F238E27FC236}">
                  <a16:creationId xmlns:a16="http://schemas.microsoft.com/office/drawing/2014/main" id="{07979187-693B-A670-65C4-1ABFFF125347}"/>
                </a:ext>
              </a:extLst>
            </p:cNvPr>
            <p:cNvCxnSpPr/>
            <p:nvPr/>
          </p:nvCxnSpPr>
          <p:spPr bwMode="auto">
            <a:xfrm>
              <a:off x="7653424"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3" name="TextBox 5">
              <a:extLst>
                <a:ext uri="{FF2B5EF4-FFF2-40B4-BE49-F238E27FC236}">
                  <a16:creationId xmlns:a16="http://schemas.microsoft.com/office/drawing/2014/main" id="{34BFFD70-69FB-9038-178A-827D998EF91D}"/>
                </a:ext>
              </a:extLst>
            </p:cNvPr>
            <p:cNvSpPr txBox="1">
              <a:spLocks noChangeArrowheads="1"/>
            </p:cNvSpPr>
            <p:nvPr/>
          </p:nvSpPr>
          <p:spPr bwMode="auto">
            <a:xfrm>
              <a:off x="4934997" y="5119595"/>
              <a:ext cx="2303463" cy="92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dirty="0">
                  <a:solidFill>
                    <a:schemeClr val="bg1"/>
                  </a:solidFill>
                </a:rPr>
                <a:t>Visualization of  modeling results using GRNsight</a:t>
              </a:r>
            </a:p>
          </p:txBody>
        </p:sp>
        <p:grpSp>
          <p:nvGrpSpPr>
            <p:cNvPr id="57" name="Group 56">
              <a:extLst>
                <a:ext uri="{FF2B5EF4-FFF2-40B4-BE49-F238E27FC236}">
                  <a16:creationId xmlns:a16="http://schemas.microsoft.com/office/drawing/2014/main" id="{D7C62B03-DF28-7D5B-E659-94D892F29F49}"/>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32C48A53-C719-8AE1-E1E2-ABBBD0A051D4}"/>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A299ED93-B6B7-D105-E212-42867E98547A}"/>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grpSp>
          <p:nvGrpSpPr>
            <p:cNvPr id="58" name="Group 57">
              <a:extLst>
                <a:ext uri="{FF2B5EF4-FFF2-40B4-BE49-F238E27FC236}">
                  <a16:creationId xmlns:a16="http://schemas.microsoft.com/office/drawing/2014/main" id="{B81F1703-B65C-A190-4B28-8FDFFBC1641A}"/>
                </a:ext>
              </a:extLst>
            </p:cNvPr>
            <p:cNvGrpSpPr/>
            <p:nvPr/>
          </p:nvGrpSpPr>
          <p:grpSpPr>
            <a:xfrm>
              <a:off x="4693491" y="1588356"/>
              <a:ext cx="2786477" cy="934104"/>
              <a:chOff x="4693491" y="1588356"/>
              <a:chExt cx="2786477" cy="934104"/>
            </a:xfrm>
          </p:grpSpPr>
          <p:grpSp>
            <p:nvGrpSpPr>
              <p:cNvPr id="5" name="Group 4">
                <a:extLst>
                  <a:ext uri="{FF2B5EF4-FFF2-40B4-BE49-F238E27FC236}">
                    <a16:creationId xmlns:a16="http://schemas.microsoft.com/office/drawing/2014/main" id="{9C53DB1E-45FE-793F-3F5B-E4852AAA307A}"/>
                  </a:ext>
                </a:extLst>
              </p:cNvPr>
              <p:cNvGrpSpPr/>
              <p:nvPr/>
            </p:nvGrpSpPr>
            <p:grpSpPr>
              <a:xfrm>
                <a:off x="4693491" y="1588356"/>
                <a:ext cx="2786477" cy="934104"/>
                <a:chOff x="3063195" y="1371002"/>
                <a:chExt cx="2786477" cy="934104"/>
              </a:xfrm>
            </p:grpSpPr>
            <p:sp>
              <p:nvSpPr>
                <p:cNvPr id="6" name="Rounded Rectangle 1">
                  <a:extLst>
                    <a:ext uri="{FF2B5EF4-FFF2-40B4-BE49-F238E27FC236}">
                      <a16:creationId xmlns:a16="http://schemas.microsoft.com/office/drawing/2014/main" id="{A5A81733-7FC0-11C8-1ED0-F6D7CA20B9CF}"/>
                    </a:ext>
                  </a:extLst>
                </p:cNvPr>
                <p:cNvSpPr>
                  <a:spLocks noChangeArrowheads="1"/>
                </p:cNvSpPr>
                <p:nvPr/>
              </p:nvSpPr>
              <p:spPr bwMode="auto">
                <a:xfrm>
                  <a:off x="3201526" y="1381487"/>
                  <a:ext cx="2509815" cy="923619"/>
                </a:xfrm>
                <a:prstGeom prst="roundRect">
                  <a:avLst>
                    <a:gd name="adj" fmla="val 16667"/>
                  </a:avLst>
                </a:prstGeom>
                <a:solidFill>
                  <a:srgbClr val="297B49"/>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7" name="TextBox 2">
                  <a:extLst>
                    <a:ext uri="{FF2B5EF4-FFF2-40B4-BE49-F238E27FC236}">
                      <a16:creationId xmlns:a16="http://schemas.microsoft.com/office/drawing/2014/main" id="{10D98282-C228-0FB9-EE90-D6180D1E7A08}"/>
                    </a:ext>
                  </a:extLst>
                </p:cNvPr>
                <p:cNvSpPr txBox="1">
                  <a:spLocks noChangeArrowheads="1"/>
                </p:cNvSpPr>
                <p:nvPr/>
              </p:nvSpPr>
              <p:spPr bwMode="auto">
                <a:xfrm>
                  <a:off x="3063195" y="1371002"/>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pic>
            <p:nvPicPr>
              <p:cNvPr id="20" name="Picture 19">
                <a:extLst>
                  <a:ext uri="{FF2B5EF4-FFF2-40B4-BE49-F238E27FC236}">
                    <a16:creationId xmlns:a16="http://schemas.microsoft.com/office/drawing/2014/main" id="{0AFDA3DF-F1EB-FDEF-2D84-D00230D308E0}"/>
                  </a:ext>
                </a:extLst>
              </p:cNvPr>
              <p:cNvPicPr>
                <a:picLocks noChangeAspect="1"/>
              </p:cNvPicPr>
              <p:nvPr/>
            </p:nvPicPr>
            <p:blipFill rotWithShape="1">
              <a:blip r:embed="rId17" cstate="print">
                <a:extLst>
                  <a:ext uri="{28A0092B-C50C-407E-A947-70E740481C1C}">
                    <a14:useLocalDpi xmlns:a14="http://schemas.microsoft.com/office/drawing/2010/main"/>
                  </a:ext>
                </a:extLst>
              </a:blip>
              <a:srcRect l="23115" t="25234" r="21151" b="25277"/>
              <a:stretch/>
            </p:blipFill>
            <p:spPr>
              <a:xfrm>
                <a:off x="5770452" y="1921416"/>
                <a:ext cx="632554" cy="561663"/>
              </a:xfrm>
              <a:prstGeom prst="rect">
                <a:avLst/>
              </a:prstGeom>
            </p:spPr>
          </p:pic>
        </p:grpSp>
        <p:grpSp>
          <p:nvGrpSpPr>
            <p:cNvPr id="54" name="Group 53">
              <a:extLst>
                <a:ext uri="{FF2B5EF4-FFF2-40B4-BE49-F238E27FC236}">
                  <a16:creationId xmlns:a16="http://schemas.microsoft.com/office/drawing/2014/main" id="{844701F5-4AC8-4D84-01CA-442DA0E5D815}"/>
                </a:ext>
              </a:extLst>
            </p:cNvPr>
            <p:cNvGrpSpPr/>
            <p:nvPr/>
          </p:nvGrpSpPr>
          <p:grpSpPr>
            <a:xfrm>
              <a:off x="7688312" y="3352656"/>
              <a:ext cx="2509815" cy="923619"/>
              <a:chOff x="7688312" y="3428856"/>
              <a:chExt cx="2509815" cy="923619"/>
            </a:xfrm>
          </p:grpSpPr>
          <p:sp>
            <p:nvSpPr>
              <p:cNvPr id="9" name="Rounded Rectangle 1">
                <a:extLst>
                  <a:ext uri="{FF2B5EF4-FFF2-40B4-BE49-F238E27FC236}">
                    <a16:creationId xmlns:a16="http://schemas.microsoft.com/office/drawing/2014/main" id="{0BC81124-DF91-49F2-F240-BC61CC0ED4DD}"/>
                  </a:ext>
                </a:extLst>
              </p:cNvPr>
              <p:cNvSpPr>
                <a:spLocks noChangeArrowheads="1"/>
              </p:cNvSpPr>
              <p:nvPr/>
            </p:nvSpPr>
            <p:spPr bwMode="auto">
              <a:xfrm>
                <a:off x="7688312" y="3428856"/>
                <a:ext cx="2509815" cy="923619"/>
              </a:xfrm>
              <a:prstGeom prst="roundRect">
                <a:avLst>
                  <a:gd name="adj" fmla="val 16667"/>
                </a:avLst>
              </a:prstGeom>
              <a:solidFill>
                <a:srgbClr val="378B57"/>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0" name="TextBox 5">
                <a:extLst>
                  <a:ext uri="{FF2B5EF4-FFF2-40B4-BE49-F238E27FC236}">
                    <a16:creationId xmlns:a16="http://schemas.microsoft.com/office/drawing/2014/main" id="{0D87B7FF-76A3-3DD3-F9F7-BE5C8DC8199B}"/>
                  </a:ext>
                </a:extLst>
              </p:cNvPr>
              <p:cNvSpPr txBox="1">
                <a:spLocks noChangeArrowheads="1"/>
              </p:cNvSpPr>
              <p:nvPr/>
            </p:nvSpPr>
            <p:spPr bwMode="auto">
              <a:xfrm>
                <a:off x="7688312" y="3429000"/>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spcBef>
                    <a:spcPct val="0"/>
                  </a:spcBef>
                  <a:buFontTx/>
                  <a:buNone/>
                </a:pPr>
                <a:r>
                  <a:rPr lang="en-US" altLang="en-US" sz="1350" b="1">
                    <a:solidFill>
                      <a:schemeClr val="bg1"/>
                    </a:solidFill>
                  </a:rPr>
                  <a:t>Dynamical systems modeling using </a:t>
                </a:r>
                <a:r>
                  <a:rPr lang="en-US" altLang="en-US" sz="1350" b="1" err="1">
                    <a:solidFill>
                      <a:schemeClr val="bg1"/>
                    </a:solidFill>
                  </a:rPr>
                  <a:t>GRNmap</a:t>
                </a:r>
                <a:endParaRPr lang="en-US" altLang="en-US" sz="1350" b="1">
                  <a:solidFill>
                    <a:schemeClr val="bg1"/>
                  </a:solidFill>
                </a:endParaRPr>
              </a:p>
            </p:txBody>
          </p:sp>
          <p:pic>
            <p:nvPicPr>
              <p:cNvPr id="21" name="Picture 20">
                <a:extLst>
                  <a:ext uri="{FF2B5EF4-FFF2-40B4-BE49-F238E27FC236}">
                    <a16:creationId xmlns:a16="http://schemas.microsoft.com/office/drawing/2014/main" id="{F9264181-A08F-0BB2-A502-565CAA9D932B}"/>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9544907" y="3745107"/>
                <a:ext cx="577385" cy="511340"/>
              </a:xfrm>
              <a:prstGeom prst="rect">
                <a:avLst/>
              </a:prstGeom>
            </p:spPr>
          </p:pic>
        </p:grpSp>
        <p:cxnSp>
          <p:nvCxnSpPr>
            <p:cNvPr id="18" name="Straight Arrow Connector 17">
              <a:extLst>
                <a:ext uri="{FF2B5EF4-FFF2-40B4-BE49-F238E27FC236}">
                  <a16:creationId xmlns:a16="http://schemas.microsoft.com/office/drawing/2014/main" id="{8C4C3580-B144-CF4D-F90F-56799EBF5EE6}"/>
                </a:ext>
              </a:extLst>
            </p:cNvPr>
            <p:cNvCxnSpPr/>
            <p:nvPr/>
          </p:nvCxnSpPr>
          <p:spPr bwMode="auto">
            <a:xfrm flipV="1">
              <a:off x="3424909"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091169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F76D-08F0-00EB-6DA6-23E44A7ABAA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97D1AFE-BD6E-E1D3-7898-0B41FDE259B8}"/>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FF6F1138-2A49-7AD6-F7C0-B1ACC3713F96}"/>
              </a:ext>
            </a:extLst>
          </p:cNvPr>
          <p:cNvPicPr>
            <a:picLocks noChangeAspect="1"/>
          </p:cNvPicPr>
          <p:nvPr/>
        </p:nvPicPr>
        <p:blipFill>
          <a:blip r:embed="rId3">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pic>
        <p:nvPicPr>
          <p:cNvPr id="27" name="Picture 26">
            <a:extLst>
              <a:ext uri="{FF2B5EF4-FFF2-40B4-BE49-F238E27FC236}">
                <a16:creationId xmlns:a16="http://schemas.microsoft.com/office/drawing/2014/main" id="{8BE73EE6-1B32-E1AA-241E-56ABFE83DC41}"/>
              </a:ext>
            </a:extLst>
          </p:cNvPr>
          <p:cNvPicPr>
            <a:picLocks noChangeAspect="1"/>
          </p:cNvPicPr>
          <p:nvPr/>
        </p:nvPicPr>
        <p:blipFill>
          <a:blip r:embed="rId4">
            <a:extLst>
              <a:ext uri="{28A0092B-C50C-407E-A947-70E740481C1C}">
                <a14:useLocalDpi xmlns:a14="http://schemas.microsoft.com/office/drawing/2010/main"/>
              </a:ext>
            </a:extLst>
          </a:blip>
          <a:srcRect t="-1050"/>
          <a:stretch>
            <a:fillRect/>
          </a:stretch>
        </p:blipFill>
        <p:spPr>
          <a:xfrm>
            <a:off x="6002767" y="3443817"/>
            <a:ext cx="2767419" cy="1601485"/>
          </a:xfrm>
          <a:prstGeom prst="rect">
            <a:avLst/>
          </a:prstGeom>
        </p:spPr>
      </p:pic>
      <p:pic>
        <p:nvPicPr>
          <p:cNvPr id="28" name="Picture 2" descr="figure01a">
            <a:extLst>
              <a:ext uri="{FF2B5EF4-FFF2-40B4-BE49-F238E27FC236}">
                <a16:creationId xmlns:a16="http://schemas.microsoft.com/office/drawing/2014/main" id="{46E31C4D-1D0E-7A7A-8175-3270B22B25D2}"/>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658751" y="2333474"/>
            <a:ext cx="1483652" cy="111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 name="Group 55">
            <a:extLst>
              <a:ext uri="{FF2B5EF4-FFF2-40B4-BE49-F238E27FC236}">
                <a16:creationId xmlns:a16="http://schemas.microsoft.com/office/drawing/2014/main" id="{D614D137-B5F3-9C58-F552-37872F660071}"/>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17284F8B-7AC9-662A-0DDF-BBCABE4E0CCB}"/>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A9765ABC-AAFC-DBD5-CE14-87447769504A}"/>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AE692BEA-A606-728C-5F02-479C2994A68C}"/>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40E99A9D-20E3-6025-526B-5F66AB941E2B}"/>
                  </a:ext>
                </a:extLst>
              </p:cNvPr>
              <p:cNvPicPr>
                <a:picLocks noChangeAspect="1"/>
              </p:cNvPicPr>
              <p:nvPr/>
            </p:nvPicPr>
            <p:blipFill>
              <a:blip r:embed="rId8">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35" name="Picture 34">
            <a:extLst>
              <a:ext uri="{FF2B5EF4-FFF2-40B4-BE49-F238E27FC236}">
                <a16:creationId xmlns:a16="http://schemas.microsoft.com/office/drawing/2014/main" id="{7A8AE5AC-3818-EEA1-A670-2EF9EDA7BFB7}"/>
              </a:ext>
            </a:extLst>
          </p:cNvPr>
          <p:cNvPicPr>
            <a:picLocks noChangeAspect="1"/>
          </p:cNvPicPr>
          <p:nvPr/>
        </p:nvPicPr>
        <p:blipFill>
          <a:blip r:embed="rId9">
            <a:extLst>
              <a:ext uri="{28A0092B-C50C-407E-A947-70E740481C1C}">
                <a14:useLocalDpi xmlns:a14="http://schemas.microsoft.com/office/drawing/2010/main"/>
              </a:ext>
            </a:extLst>
          </a:blip>
          <a:srcRect/>
          <a:stretch>
            <a:fillRect/>
          </a:stretch>
        </p:blipFill>
        <p:spPr>
          <a:xfrm>
            <a:off x="5893733" y="831949"/>
            <a:ext cx="543195" cy="865088"/>
          </a:xfrm>
          <a:prstGeom prst="rect">
            <a:avLst/>
          </a:prstGeom>
        </p:spPr>
      </p:pic>
      <p:pic>
        <p:nvPicPr>
          <p:cNvPr id="36" name="Picture 35">
            <a:extLst>
              <a:ext uri="{FF2B5EF4-FFF2-40B4-BE49-F238E27FC236}">
                <a16:creationId xmlns:a16="http://schemas.microsoft.com/office/drawing/2014/main" id="{DB4CA081-D09B-C089-30CE-330EF59D7BC4}"/>
              </a:ext>
            </a:extLst>
          </p:cNvPr>
          <p:cNvPicPr>
            <a:picLocks noChangeAspect="1"/>
          </p:cNvPicPr>
          <p:nvPr/>
        </p:nvPicPr>
        <p:blipFill>
          <a:blip r:embed="rId10">
            <a:extLst>
              <a:ext uri="{28A0092B-C50C-407E-A947-70E740481C1C}">
                <a14:useLocalDpi xmlns:a14="http://schemas.microsoft.com/office/drawing/2010/main"/>
              </a:ext>
            </a:extLst>
          </a:blip>
          <a:srcRect/>
          <a:stretch>
            <a:fillRect/>
          </a:stretch>
        </p:blipFill>
        <p:spPr>
          <a:xfrm>
            <a:off x="6002833" y="936185"/>
            <a:ext cx="568754" cy="865088"/>
          </a:xfrm>
          <a:prstGeom prst="rect">
            <a:avLst/>
          </a:prstGeom>
        </p:spPr>
      </p:pic>
      <p:pic>
        <p:nvPicPr>
          <p:cNvPr id="37" name="Picture 36">
            <a:extLst>
              <a:ext uri="{FF2B5EF4-FFF2-40B4-BE49-F238E27FC236}">
                <a16:creationId xmlns:a16="http://schemas.microsoft.com/office/drawing/2014/main" id="{2F8D9E65-4150-55F6-6B9F-A185D904E0DE}"/>
              </a:ext>
            </a:extLst>
          </p:cNvPr>
          <p:cNvPicPr>
            <a:picLocks noChangeAspect="1"/>
          </p:cNvPicPr>
          <p:nvPr/>
        </p:nvPicPr>
        <p:blipFill>
          <a:blip r:embed="rId11">
            <a:extLst>
              <a:ext uri="{28A0092B-C50C-407E-A947-70E740481C1C}">
                <a14:useLocalDpi xmlns:a14="http://schemas.microsoft.com/office/drawing/2010/main"/>
              </a:ext>
            </a:extLst>
          </a:blip>
          <a:srcRect/>
          <a:stretch>
            <a:fillRect/>
          </a:stretch>
        </p:blipFill>
        <p:spPr>
          <a:xfrm>
            <a:off x="6108122" y="1036395"/>
            <a:ext cx="483444" cy="869113"/>
          </a:xfrm>
          <a:prstGeom prst="rect">
            <a:avLst/>
          </a:prstGeom>
        </p:spPr>
      </p:pic>
      <p:pic>
        <p:nvPicPr>
          <p:cNvPr id="38" name="Picture 37">
            <a:extLst>
              <a:ext uri="{FF2B5EF4-FFF2-40B4-BE49-F238E27FC236}">
                <a16:creationId xmlns:a16="http://schemas.microsoft.com/office/drawing/2014/main" id="{F9865082-3CE9-E503-1AD3-CE34E97C28AE}"/>
              </a:ext>
            </a:extLst>
          </p:cNvPr>
          <p:cNvPicPr>
            <a:picLocks noChangeAspect="1"/>
          </p:cNvPicPr>
          <p:nvPr/>
        </p:nvPicPr>
        <p:blipFill>
          <a:blip r:embed="rId12">
            <a:extLst>
              <a:ext uri="{28A0092B-C50C-407E-A947-70E740481C1C}">
                <a14:useLocalDpi xmlns:a14="http://schemas.microsoft.com/office/drawing/2010/main"/>
              </a:ext>
            </a:extLst>
          </a:blip>
          <a:srcRect/>
          <a:stretch>
            <a:fillRect/>
          </a:stretch>
        </p:blipFill>
        <p:spPr>
          <a:xfrm>
            <a:off x="6205904" y="1141159"/>
            <a:ext cx="1518774" cy="866940"/>
          </a:xfrm>
          <a:prstGeom prst="rect">
            <a:avLst/>
          </a:prstGeom>
        </p:spPr>
      </p:pic>
      <p:pic>
        <p:nvPicPr>
          <p:cNvPr id="39" name="Picture 38">
            <a:extLst>
              <a:ext uri="{FF2B5EF4-FFF2-40B4-BE49-F238E27FC236}">
                <a16:creationId xmlns:a16="http://schemas.microsoft.com/office/drawing/2014/main" id="{A79F5608-795D-1842-6239-677B39373DCE}"/>
              </a:ext>
            </a:extLst>
          </p:cNvPr>
          <p:cNvPicPr>
            <a:picLocks noChangeAspect="1"/>
          </p:cNvPicPr>
          <p:nvPr/>
        </p:nvPicPr>
        <p:blipFill>
          <a:blip r:embed="rId13">
            <a:extLst>
              <a:ext uri="{28A0092B-C50C-407E-A947-70E740481C1C}">
                <a14:useLocalDpi xmlns:a14="http://schemas.microsoft.com/office/drawing/2010/main"/>
              </a:ext>
            </a:extLst>
          </a:blip>
          <a:srcRect/>
          <a:stretch>
            <a:fillRect/>
          </a:stretch>
        </p:blipFill>
        <p:spPr>
          <a:xfrm>
            <a:off x="6349845" y="1252635"/>
            <a:ext cx="1666580" cy="865088"/>
          </a:xfrm>
          <a:prstGeom prst="rect">
            <a:avLst/>
          </a:prstGeom>
        </p:spPr>
      </p:pic>
      <p:pic>
        <p:nvPicPr>
          <p:cNvPr id="40" name="Picture 39">
            <a:extLst>
              <a:ext uri="{FF2B5EF4-FFF2-40B4-BE49-F238E27FC236}">
                <a16:creationId xmlns:a16="http://schemas.microsoft.com/office/drawing/2014/main" id="{95E96DA3-D6B3-B21D-EDDF-75D6104EFA0B}"/>
              </a:ext>
            </a:extLst>
          </p:cNvPr>
          <p:cNvPicPr>
            <a:picLocks noChangeAspect="1"/>
          </p:cNvPicPr>
          <p:nvPr/>
        </p:nvPicPr>
        <p:blipFill>
          <a:blip r:embed="rId14">
            <a:extLst>
              <a:ext uri="{28A0092B-C50C-407E-A947-70E740481C1C}">
                <a14:useLocalDpi xmlns:a14="http://schemas.microsoft.com/office/drawing/2010/main"/>
              </a:ext>
            </a:extLst>
          </a:blip>
          <a:srcRect/>
          <a:stretch>
            <a:fillRect/>
          </a:stretch>
        </p:blipFill>
        <p:spPr>
          <a:xfrm>
            <a:off x="6592714" y="1368729"/>
            <a:ext cx="1765385" cy="866940"/>
          </a:xfrm>
          <a:prstGeom prst="rect">
            <a:avLst/>
          </a:prstGeom>
        </p:spPr>
      </p:pic>
      <p:pic>
        <p:nvPicPr>
          <p:cNvPr id="43" name="Picture 42">
            <a:extLst>
              <a:ext uri="{FF2B5EF4-FFF2-40B4-BE49-F238E27FC236}">
                <a16:creationId xmlns:a16="http://schemas.microsoft.com/office/drawing/2014/main" id="{1F9228EB-941C-73E8-CE9A-8A7E43666716}"/>
              </a:ext>
            </a:extLst>
          </p:cNvPr>
          <p:cNvPicPr>
            <a:picLocks noChangeAspect="1"/>
          </p:cNvPicPr>
          <p:nvPr/>
        </p:nvPicPr>
        <p:blipFill>
          <a:blip r:embed="rId15">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5" name="Picture 44">
            <a:extLst>
              <a:ext uri="{FF2B5EF4-FFF2-40B4-BE49-F238E27FC236}">
                <a16:creationId xmlns:a16="http://schemas.microsoft.com/office/drawing/2014/main" id="{78AC20C1-9DE1-2068-21BC-E4AE34AC4329}"/>
              </a:ext>
            </a:extLst>
          </p:cNvPr>
          <p:cNvPicPr>
            <a:picLocks noChangeAspect="1"/>
          </p:cNvPicPr>
          <p:nvPr/>
        </p:nvPicPr>
        <p:blipFill>
          <a:blip r:embed="rId16">
            <a:extLst>
              <a:ext uri="{28A0092B-C50C-407E-A947-70E740481C1C}">
                <a14:useLocalDpi xmlns:a14="http://schemas.microsoft.com/office/drawing/2010/main"/>
              </a:ext>
            </a:extLst>
          </a:blip>
          <a:srcRect/>
          <a:stretch>
            <a:fillRect/>
          </a:stretch>
        </p:blipFill>
        <p:spPr>
          <a:xfrm>
            <a:off x="3955689" y="1993011"/>
            <a:ext cx="1215486" cy="1745938"/>
          </a:xfrm>
          <a:prstGeom prst="rect">
            <a:avLst/>
          </a:prstGeom>
        </p:spPr>
      </p:pic>
      <p:pic>
        <p:nvPicPr>
          <p:cNvPr id="47" name="Picture 46">
            <a:extLst>
              <a:ext uri="{FF2B5EF4-FFF2-40B4-BE49-F238E27FC236}">
                <a16:creationId xmlns:a16="http://schemas.microsoft.com/office/drawing/2014/main" id="{379B6887-47CD-760B-DFE2-18FD000656C3}"/>
              </a:ext>
            </a:extLst>
          </p:cNvPr>
          <p:cNvPicPr>
            <a:picLocks noChangeAspect="1"/>
          </p:cNvPicPr>
          <p:nvPr/>
        </p:nvPicPr>
        <p:blipFill>
          <a:blip r:embed="rId17">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BA824031-F6CD-08F6-188B-E0A713B64D7C}"/>
              </a:ext>
            </a:extLst>
          </p:cNvPr>
          <p:cNvGrpSpPr/>
          <p:nvPr/>
        </p:nvGrpSpPr>
        <p:grpSpPr>
          <a:xfrm>
            <a:off x="1478107" y="1191267"/>
            <a:ext cx="6170489" cy="3341036"/>
            <a:chOff x="1970808" y="1588356"/>
            <a:chExt cx="8227319" cy="4454714"/>
          </a:xfrm>
        </p:grpSpPr>
        <p:cxnSp>
          <p:nvCxnSpPr>
            <p:cNvPr id="8" name="Straight Arrow Connector 7">
              <a:extLst>
                <a:ext uri="{FF2B5EF4-FFF2-40B4-BE49-F238E27FC236}">
                  <a16:creationId xmlns:a16="http://schemas.microsoft.com/office/drawing/2014/main" id="{D6C82913-F3B3-9F79-6A34-B49300DFF4A9}"/>
                </a:ext>
              </a:extLst>
            </p:cNvPr>
            <p:cNvCxnSpPr/>
            <p:nvPr/>
          </p:nvCxnSpPr>
          <p:spPr bwMode="auto">
            <a:xfrm>
              <a:off x="7653424"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9" name="Group 58">
              <a:extLst>
                <a:ext uri="{FF2B5EF4-FFF2-40B4-BE49-F238E27FC236}">
                  <a16:creationId xmlns:a16="http://schemas.microsoft.com/office/drawing/2014/main" id="{498F556B-B236-B2A6-E302-CED365103838}"/>
                </a:ext>
              </a:extLst>
            </p:cNvPr>
            <p:cNvGrpSpPr/>
            <p:nvPr/>
          </p:nvGrpSpPr>
          <p:grpSpPr>
            <a:xfrm>
              <a:off x="4831822" y="5119451"/>
              <a:ext cx="2509815" cy="923619"/>
              <a:chOff x="4831822" y="5119451"/>
              <a:chExt cx="2509815" cy="923619"/>
            </a:xfrm>
          </p:grpSpPr>
          <p:sp>
            <p:nvSpPr>
              <p:cNvPr id="12" name="Rounded Rectangle 1">
                <a:extLst>
                  <a:ext uri="{FF2B5EF4-FFF2-40B4-BE49-F238E27FC236}">
                    <a16:creationId xmlns:a16="http://schemas.microsoft.com/office/drawing/2014/main" id="{AFFAE34F-4EF4-17EE-84EC-B138743758C3}"/>
                  </a:ext>
                </a:extLst>
              </p:cNvPr>
              <p:cNvSpPr>
                <a:spLocks noChangeArrowheads="1"/>
              </p:cNvSpPr>
              <p:nvPr/>
            </p:nvSpPr>
            <p:spPr bwMode="auto">
              <a:xfrm>
                <a:off x="4831822" y="5119451"/>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3" name="TextBox 5">
                <a:extLst>
                  <a:ext uri="{FF2B5EF4-FFF2-40B4-BE49-F238E27FC236}">
                    <a16:creationId xmlns:a16="http://schemas.microsoft.com/office/drawing/2014/main" id="{D6804071-751A-BDF6-5CAC-6CF968D7C5C0}"/>
                  </a:ext>
                </a:extLst>
              </p:cNvPr>
              <p:cNvSpPr txBox="1">
                <a:spLocks noChangeArrowheads="1"/>
              </p:cNvSpPr>
              <p:nvPr/>
            </p:nvSpPr>
            <p:spPr bwMode="auto">
              <a:xfrm>
                <a:off x="4934998" y="5119595"/>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Visualization of  modeling results using </a:t>
                </a:r>
                <a:r>
                  <a:rPr lang="en-US" altLang="en-US" sz="1350" b="1" err="1">
                    <a:solidFill>
                      <a:schemeClr val="bg1"/>
                    </a:solidFill>
                  </a:rPr>
                  <a:t>GRNsight</a:t>
                </a:r>
                <a:endParaRPr lang="en-US" altLang="en-US" sz="1350" b="1">
                  <a:solidFill>
                    <a:schemeClr val="bg1"/>
                  </a:solidFill>
                </a:endParaRPr>
              </a:p>
            </p:txBody>
          </p:sp>
        </p:grpSp>
        <p:grpSp>
          <p:nvGrpSpPr>
            <p:cNvPr id="57" name="Group 56">
              <a:extLst>
                <a:ext uri="{FF2B5EF4-FFF2-40B4-BE49-F238E27FC236}">
                  <a16:creationId xmlns:a16="http://schemas.microsoft.com/office/drawing/2014/main" id="{3D8B2E5D-CE44-E437-281D-733B75762FAA}"/>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B6098750-897C-346A-A3BC-201A0A2A733A}"/>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68504A33-341C-686C-0589-15876F646560}"/>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grpSp>
          <p:nvGrpSpPr>
            <p:cNvPr id="58" name="Group 57">
              <a:extLst>
                <a:ext uri="{FF2B5EF4-FFF2-40B4-BE49-F238E27FC236}">
                  <a16:creationId xmlns:a16="http://schemas.microsoft.com/office/drawing/2014/main" id="{07E243B1-2DA6-2E75-DC1B-8277A9A33D1B}"/>
                </a:ext>
              </a:extLst>
            </p:cNvPr>
            <p:cNvGrpSpPr/>
            <p:nvPr/>
          </p:nvGrpSpPr>
          <p:grpSpPr>
            <a:xfrm>
              <a:off x="4693491" y="1588356"/>
              <a:ext cx="2786477" cy="934104"/>
              <a:chOff x="4693491" y="1588356"/>
              <a:chExt cx="2786477" cy="934104"/>
            </a:xfrm>
          </p:grpSpPr>
          <p:grpSp>
            <p:nvGrpSpPr>
              <p:cNvPr id="5" name="Group 4">
                <a:extLst>
                  <a:ext uri="{FF2B5EF4-FFF2-40B4-BE49-F238E27FC236}">
                    <a16:creationId xmlns:a16="http://schemas.microsoft.com/office/drawing/2014/main" id="{0D6E66EE-35D7-0803-1E5D-1CA10AE7D592}"/>
                  </a:ext>
                </a:extLst>
              </p:cNvPr>
              <p:cNvGrpSpPr/>
              <p:nvPr/>
            </p:nvGrpSpPr>
            <p:grpSpPr>
              <a:xfrm>
                <a:off x="4693491" y="1588356"/>
                <a:ext cx="2786477" cy="934104"/>
                <a:chOff x="3063195" y="1371002"/>
                <a:chExt cx="2786477" cy="934104"/>
              </a:xfrm>
            </p:grpSpPr>
            <p:sp>
              <p:nvSpPr>
                <p:cNvPr id="6" name="Rounded Rectangle 1">
                  <a:extLst>
                    <a:ext uri="{FF2B5EF4-FFF2-40B4-BE49-F238E27FC236}">
                      <a16:creationId xmlns:a16="http://schemas.microsoft.com/office/drawing/2014/main" id="{AE1745F5-A742-6C5B-93D6-7F83DD3B148E}"/>
                    </a:ext>
                  </a:extLst>
                </p:cNvPr>
                <p:cNvSpPr>
                  <a:spLocks noChangeArrowheads="1"/>
                </p:cNvSpPr>
                <p:nvPr/>
              </p:nvSpPr>
              <p:spPr bwMode="auto">
                <a:xfrm>
                  <a:off x="3201526" y="1381487"/>
                  <a:ext cx="2509815" cy="923619"/>
                </a:xfrm>
                <a:prstGeom prst="roundRect">
                  <a:avLst>
                    <a:gd name="adj" fmla="val 16667"/>
                  </a:avLst>
                </a:prstGeom>
                <a:solidFill>
                  <a:srgbClr val="297B49"/>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7" name="TextBox 2">
                  <a:extLst>
                    <a:ext uri="{FF2B5EF4-FFF2-40B4-BE49-F238E27FC236}">
                      <a16:creationId xmlns:a16="http://schemas.microsoft.com/office/drawing/2014/main" id="{41EF62E5-3DBF-306F-8811-87C3AC4157F6}"/>
                    </a:ext>
                  </a:extLst>
                </p:cNvPr>
                <p:cNvSpPr txBox="1">
                  <a:spLocks noChangeArrowheads="1"/>
                </p:cNvSpPr>
                <p:nvPr/>
              </p:nvSpPr>
              <p:spPr bwMode="auto">
                <a:xfrm>
                  <a:off x="3063195" y="1371002"/>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pic>
            <p:nvPicPr>
              <p:cNvPr id="20" name="Picture 19">
                <a:extLst>
                  <a:ext uri="{FF2B5EF4-FFF2-40B4-BE49-F238E27FC236}">
                    <a16:creationId xmlns:a16="http://schemas.microsoft.com/office/drawing/2014/main" id="{83C6FF7A-3458-C025-E461-E19174DC4209}"/>
                  </a:ext>
                </a:extLst>
              </p:cNvPr>
              <p:cNvPicPr>
                <a:picLocks noChangeAspect="1"/>
              </p:cNvPicPr>
              <p:nvPr/>
            </p:nvPicPr>
            <p:blipFill rotWithShape="1">
              <a:blip r:embed="rId18" cstate="print">
                <a:extLst>
                  <a:ext uri="{28A0092B-C50C-407E-A947-70E740481C1C}">
                    <a14:useLocalDpi xmlns:a14="http://schemas.microsoft.com/office/drawing/2010/main"/>
                  </a:ext>
                </a:extLst>
              </a:blip>
              <a:srcRect l="23115" t="25234" r="21151" b="25277"/>
              <a:stretch/>
            </p:blipFill>
            <p:spPr>
              <a:xfrm>
                <a:off x="5770452" y="1921416"/>
                <a:ext cx="632554" cy="561663"/>
              </a:xfrm>
              <a:prstGeom prst="rect">
                <a:avLst/>
              </a:prstGeom>
            </p:spPr>
          </p:pic>
        </p:grpSp>
        <p:grpSp>
          <p:nvGrpSpPr>
            <p:cNvPr id="54" name="Group 53">
              <a:extLst>
                <a:ext uri="{FF2B5EF4-FFF2-40B4-BE49-F238E27FC236}">
                  <a16:creationId xmlns:a16="http://schemas.microsoft.com/office/drawing/2014/main" id="{8BAC9224-8790-258A-3ACB-B92CD692165E}"/>
                </a:ext>
              </a:extLst>
            </p:cNvPr>
            <p:cNvGrpSpPr/>
            <p:nvPr/>
          </p:nvGrpSpPr>
          <p:grpSpPr>
            <a:xfrm>
              <a:off x="7688312" y="3352656"/>
              <a:ext cx="2509815" cy="923619"/>
              <a:chOff x="7688312" y="3428856"/>
              <a:chExt cx="2509815" cy="923619"/>
            </a:xfrm>
          </p:grpSpPr>
          <p:sp>
            <p:nvSpPr>
              <p:cNvPr id="9" name="Rounded Rectangle 1">
                <a:extLst>
                  <a:ext uri="{FF2B5EF4-FFF2-40B4-BE49-F238E27FC236}">
                    <a16:creationId xmlns:a16="http://schemas.microsoft.com/office/drawing/2014/main" id="{2D62320D-0B35-29A4-AB76-0A1B00CC312D}"/>
                  </a:ext>
                </a:extLst>
              </p:cNvPr>
              <p:cNvSpPr>
                <a:spLocks noChangeArrowheads="1"/>
              </p:cNvSpPr>
              <p:nvPr/>
            </p:nvSpPr>
            <p:spPr bwMode="auto">
              <a:xfrm>
                <a:off x="7688312" y="3428856"/>
                <a:ext cx="2509815" cy="923619"/>
              </a:xfrm>
              <a:prstGeom prst="roundRect">
                <a:avLst>
                  <a:gd name="adj" fmla="val 16667"/>
                </a:avLst>
              </a:prstGeom>
              <a:solidFill>
                <a:srgbClr val="378B57"/>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0" name="TextBox 5">
                <a:extLst>
                  <a:ext uri="{FF2B5EF4-FFF2-40B4-BE49-F238E27FC236}">
                    <a16:creationId xmlns:a16="http://schemas.microsoft.com/office/drawing/2014/main" id="{14A643F8-3FC9-F143-DAE8-B37818FDBEEF}"/>
                  </a:ext>
                </a:extLst>
              </p:cNvPr>
              <p:cNvSpPr txBox="1">
                <a:spLocks noChangeArrowheads="1"/>
              </p:cNvSpPr>
              <p:nvPr/>
            </p:nvSpPr>
            <p:spPr bwMode="auto">
              <a:xfrm>
                <a:off x="7688312" y="3429000"/>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spcBef>
                    <a:spcPct val="0"/>
                  </a:spcBef>
                  <a:buFontTx/>
                  <a:buNone/>
                </a:pPr>
                <a:r>
                  <a:rPr lang="en-US" altLang="en-US" sz="1350" b="1">
                    <a:solidFill>
                      <a:schemeClr val="bg1"/>
                    </a:solidFill>
                  </a:rPr>
                  <a:t>Dynamical systems modeling using </a:t>
                </a:r>
                <a:r>
                  <a:rPr lang="en-US" altLang="en-US" sz="1350" b="1" err="1">
                    <a:solidFill>
                      <a:schemeClr val="bg1"/>
                    </a:solidFill>
                  </a:rPr>
                  <a:t>GRNmap</a:t>
                </a:r>
                <a:endParaRPr lang="en-US" altLang="en-US" sz="1350" b="1">
                  <a:solidFill>
                    <a:schemeClr val="bg1"/>
                  </a:solidFill>
                </a:endParaRPr>
              </a:p>
            </p:txBody>
          </p:sp>
          <p:pic>
            <p:nvPicPr>
              <p:cNvPr id="21" name="Picture 20">
                <a:extLst>
                  <a:ext uri="{FF2B5EF4-FFF2-40B4-BE49-F238E27FC236}">
                    <a16:creationId xmlns:a16="http://schemas.microsoft.com/office/drawing/2014/main" id="{71ECF820-B3F1-3BD4-5453-25FE705D6F21}"/>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9544907" y="3745107"/>
                <a:ext cx="577385" cy="511340"/>
              </a:xfrm>
              <a:prstGeom prst="rect">
                <a:avLst/>
              </a:prstGeom>
            </p:spPr>
          </p:pic>
        </p:grpSp>
        <p:cxnSp>
          <p:nvCxnSpPr>
            <p:cNvPr id="17" name="Straight Arrow Connector 16">
              <a:extLst>
                <a:ext uri="{FF2B5EF4-FFF2-40B4-BE49-F238E27FC236}">
                  <a16:creationId xmlns:a16="http://schemas.microsoft.com/office/drawing/2014/main" id="{D1DC4A78-89EF-B938-57A4-D40801FD6CD8}"/>
                </a:ext>
              </a:extLst>
            </p:cNvPr>
            <p:cNvCxnSpPr/>
            <p:nvPr/>
          </p:nvCxnSpPr>
          <p:spPr bwMode="auto">
            <a:xfrm flipH="1">
              <a:off x="7653424" y="440737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3D2AE216-A814-E44F-C3E8-8D98524DCDC7}"/>
                </a:ext>
              </a:extLst>
            </p:cNvPr>
            <p:cNvCxnSpPr/>
            <p:nvPr/>
          </p:nvCxnSpPr>
          <p:spPr bwMode="auto">
            <a:xfrm flipV="1">
              <a:off x="3424909"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5DE95429-183A-194C-F7BB-F23B123D5229}"/>
                </a:ext>
              </a:extLst>
            </p:cNvPr>
            <p:cNvCxnSpPr/>
            <p:nvPr/>
          </p:nvCxnSpPr>
          <p:spPr bwMode="auto">
            <a:xfrm flipH="1" flipV="1">
              <a:off x="3424909" y="440737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2159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11700" y="108429"/>
            <a:ext cx="8520600" cy="645048"/>
          </a:xfrm>
          <a:prstGeom prst="rect">
            <a:avLst/>
          </a:prstGeom>
        </p:spPr>
        <p:txBody>
          <a:bodyPr vert="horz" wrap="square" lIns="0" tIns="16510" rIns="0" bIns="0" rtlCol="0">
            <a:spAutoFit/>
          </a:bodyPr>
          <a:lstStyle/>
          <a:p>
            <a:pPr marL="12700">
              <a:lnSpc>
                <a:spcPct val="100000"/>
              </a:lnSpc>
              <a:spcBef>
                <a:spcPts val="130"/>
              </a:spcBef>
            </a:pPr>
            <a:r>
              <a:rPr dirty="0"/>
              <a:t>Users</a:t>
            </a:r>
            <a:r>
              <a:rPr spc="15" dirty="0"/>
              <a:t> </a:t>
            </a:r>
            <a:r>
              <a:rPr dirty="0"/>
              <a:t>can</a:t>
            </a:r>
            <a:r>
              <a:rPr spc="-25" dirty="0"/>
              <a:t> </a:t>
            </a:r>
            <a:r>
              <a:rPr dirty="0"/>
              <a:t>import</a:t>
            </a:r>
            <a:r>
              <a:rPr spc="-55" dirty="0"/>
              <a:t> </a:t>
            </a:r>
            <a:r>
              <a:rPr dirty="0"/>
              <a:t>networks</a:t>
            </a:r>
            <a:r>
              <a:rPr spc="-55" dirty="0"/>
              <a:t> </a:t>
            </a:r>
            <a:r>
              <a:rPr dirty="0"/>
              <a:t>via</a:t>
            </a:r>
            <a:r>
              <a:rPr spc="-55" dirty="0"/>
              <a:t> </a:t>
            </a:r>
            <a:r>
              <a:rPr dirty="0"/>
              <a:t>the</a:t>
            </a:r>
            <a:r>
              <a:rPr spc="-55" dirty="0"/>
              <a:t> </a:t>
            </a:r>
            <a:r>
              <a:rPr dirty="0"/>
              <a:t>file</a:t>
            </a:r>
            <a:r>
              <a:rPr spc="-55" dirty="0"/>
              <a:t> </a:t>
            </a:r>
            <a:r>
              <a:rPr dirty="0"/>
              <a:t>upload</a:t>
            </a:r>
            <a:r>
              <a:rPr spc="-25" dirty="0"/>
              <a:t> </a:t>
            </a:r>
            <a:r>
              <a:rPr spc="-10" dirty="0"/>
              <a:t>functionality</a:t>
            </a:r>
            <a:r>
              <a:rPr lang="en-US" spc="-10" dirty="0"/>
              <a:t> in a supported format (SIF, GraphML, or Excel)</a:t>
            </a:r>
            <a:endParaRPr spc="-10" dirty="0"/>
          </a:p>
        </p:txBody>
      </p:sp>
      <p:sp>
        <p:nvSpPr>
          <p:cNvPr id="7" name="TextBox 6">
            <a:extLst>
              <a:ext uri="{FF2B5EF4-FFF2-40B4-BE49-F238E27FC236}">
                <a16:creationId xmlns:a16="http://schemas.microsoft.com/office/drawing/2014/main" id="{25FF19C1-5FC1-39CA-EF14-F5911BF786CE}"/>
              </a:ext>
            </a:extLst>
          </p:cNvPr>
          <p:cNvSpPr txBox="1"/>
          <p:nvPr/>
        </p:nvSpPr>
        <p:spPr>
          <a:xfrm>
            <a:off x="1268454" y="4867908"/>
            <a:ext cx="6730817" cy="253916"/>
          </a:xfrm>
          <a:prstGeom prst="rect">
            <a:avLst/>
          </a:prstGeom>
          <a:noFill/>
        </p:spPr>
        <p:txBody>
          <a:bodyPr wrap="square" lIns="91440" tIns="45720" rIns="91440" bIns="45720" rtlCol="0" anchor="t">
            <a:spAutoFit/>
          </a:bodyPr>
          <a:lstStyle/>
          <a:p>
            <a:r>
              <a:rPr lang="en-US" sz="1050" b="1" dirty="0"/>
              <a:t>Dahlquist et al. (2016) </a:t>
            </a:r>
            <a:r>
              <a:rPr lang="en-US" sz="1050" b="1" i="1" dirty="0" err="1"/>
              <a:t>PeerJ</a:t>
            </a:r>
            <a:r>
              <a:rPr lang="en-US" sz="1050" b="1" i="1" dirty="0"/>
              <a:t> Computer Science</a:t>
            </a:r>
            <a:r>
              <a:rPr lang="en-US" sz="1050" b="1" dirty="0"/>
              <a:t>; Version 1 available March 20, 2014</a:t>
            </a:r>
          </a:p>
        </p:txBody>
      </p:sp>
      <p:pic>
        <p:nvPicPr>
          <p:cNvPr id="8" name="Picture 7">
            <a:extLst>
              <a:ext uri="{FF2B5EF4-FFF2-40B4-BE49-F238E27FC236}">
                <a16:creationId xmlns:a16="http://schemas.microsoft.com/office/drawing/2014/main" id="{78C7ED1C-601A-762C-F676-843ADB81024D}"/>
              </a:ext>
            </a:extLst>
          </p:cNvPr>
          <p:cNvPicPr>
            <a:picLocks noChangeAspect="1"/>
          </p:cNvPicPr>
          <p:nvPr/>
        </p:nvPicPr>
        <p:blipFill>
          <a:blip r:embed="rId3"/>
          <a:stretch>
            <a:fillRect/>
          </a:stretch>
        </p:blipFill>
        <p:spPr>
          <a:xfrm>
            <a:off x="1083402" y="813824"/>
            <a:ext cx="6629364" cy="4040932"/>
          </a:xfrm>
          <a:prstGeom prst="rect">
            <a:avLst/>
          </a:prstGeom>
        </p:spPr>
      </p:pic>
      <p:sp>
        <p:nvSpPr>
          <p:cNvPr id="9" name="Rectangle 8">
            <a:extLst>
              <a:ext uri="{FF2B5EF4-FFF2-40B4-BE49-F238E27FC236}">
                <a16:creationId xmlns:a16="http://schemas.microsoft.com/office/drawing/2014/main" id="{116956BE-94F1-8A3B-2B38-284CFEA3B660}"/>
              </a:ext>
            </a:extLst>
          </p:cNvPr>
          <p:cNvSpPr/>
          <p:nvPr/>
        </p:nvSpPr>
        <p:spPr>
          <a:xfrm>
            <a:off x="2117035" y="2683565"/>
            <a:ext cx="765313" cy="159026"/>
          </a:xfrm>
          <a:prstGeom prst="rect">
            <a:avLst/>
          </a:prstGeom>
          <a:noFill/>
          <a:ln w="38100">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0825" y="92042"/>
            <a:ext cx="8571865" cy="640715"/>
          </a:xfrm>
          <a:prstGeom prst="rect">
            <a:avLst/>
          </a:prstGeom>
        </p:spPr>
        <p:txBody>
          <a:bodyPr vert="horz" wrap="square" lIns="0" tIns="16510" rIns="0" bIns="0" rtlCol="0">
            <a:spAutoFit/>
          </a:bodyPr>
          <a:lstStyle/>
          <a:p>
            <a:pPr marL="12700">
              <a:lnSpc>
                <a:spcPct val="100000"/>
              </a:lnSpc>
              <a:spcBef>
                <a:spcPts val="130"/>
              </a:spcBef>
            </a:pPr>
            <a:r>
              <a:rPr sz="2000" b="1" dirty="0">
                <a:solidFill>
                  <a:srgbClr val="16693E"/>
                </a:solidFill>
                <a:latin typeface="Arial"/>
                <a:cs typeface="Arial"/>
              </a:rPr>
              <a:t>Users</a:t>
            </a:r>
            <a:r>
              <a:rPr sz="2000" b="1" spc="5" dirty="0">
                <a:solidFill>
                  <a:srgbClr val="16693E"/>
                </a:solidFill>
                <a:latin typeface="Arial"/>
                <a:cs typeface="Arial"/>
              </a:rPr>
              <a:t> </a:t>
            </a:r>
            <a:r>
              <a:rPr sz="2000" b="1" dirty="0">
                <a:solidFill>
                  <a:srgbClr val="16693E"/>
                </a:solidFill>
                <a:latin typeface="Arial"/>
                <a:cs typeface="Arial"/>
              </a:rPr>
              <a:t>can</a:t>
            </a:r>
            <a:r>
              <a:rPr sz="2000" b="1" spc="-35" dirty="0">
                <a:solidFill>
                  <a:srgbClr val="16693E"/>
                </a:solidFill>
                <a:latin typeface="Arial"/>
                <a:cs typeface="Arial"/>
              </a:rPr>
              <a:t> </a:t>
            </a:r>
            <a:r>
              <a:rPr sz="2000" b="1" dirty="0">
                <a:solidFill>
                  <a:srgbClr val="16693E"/>
                </a:solidFill>
                <a:latin typeface="Arial"/>
                <a:cs typeface="Arial"/>
              </a:rPr>
              <a:t>load</a:t>
            </a:r>
            <a:r>
              <a:rPr sz="2000" b="1" spc="-25" dirty="0">
                <a:solidFill>
                  <a:srgbClr val="16693E"/>
                </a:solidFill>
                <a:latin typeface="Arial"/>
                <a:cs typeface="Arial"/>
              </a:rPr>
              <a:t> </a:t>
            </a:r>
            <a:r>
              <a:rPr sz="2000" b="1" dirty="0">
                <a:solidFill>
                  <a:srgbClr val="16693E"/>
                </a:solidFill>
                <a:latin typeface="Arial"/>
                <a:cs typeface="Arial"/>
              </a:rPr>
              <a:t>networks</a:t>
            </a:r>
            <a:r>
              <a:rPr sz="2000" b="1" spc="-65" dirty="0">
                <a:solidFill>
                  <a:srgbClr val="16693E"/>
                </a:solidFill>
                <a:latin typeface="Arial"/>
                <a:cs typeface="Arial"/>
              </a:rPr>
              <a:t> </a:t>
            </a:r>
            <a:r>
              <a:rPr sz="2000" b="1" dirty="0">
                <a:solidFill>
                  <a:srgbClr val="16693E"/>
                </a:solidFill>
                <a:latin typeface="Arial"/>
                <a:cs typeface="Arial"/>
              </a:rPr>
              <a:t>from</a:t>
            </a:r>
            <a:r>
              <a:rPr sz="2000" b="1" spc="-60" dirty="0">
                <a:solidFill>
                  <a:srgbClr val="16693E"/>
                </a:solidFill>
                <a:latin typeface="Arial"/>
                <a:cs typeface="Arial"/>
              </a:rPr>
              <a:t> </a:t>
            </a:r>
            <a:r>
              <a:rPr sz="2000" b="1" dirty="0">
                <a:solidFill>
                  <a:srgbClr val="16693E"/>
                </a:solidFill>
                <a:latin typeface="Arial"/>
                <a:cs typeface="Arial"/>
              </a:rPr>
              <a:t>our</a:t>
            </a:r>
            <a:r>
              <a:rPr sz="2000" b="1" spc="-100" dirty="0">
                <a:solidFill>
                  <a:srgbClr val="16693E"/>
                </a:solidFill>
                <a:latin typeface="Arial"/>
                <a:cs typeface="Arial"/>
              </a:rPr>
              <a:t> </a:t>
            </a:r>
            <a:r>
              <a:rPr sz="2000" b="1" dirty="0">
                <a:solidFill>
                  <a:srgbClr val="16693E"/>
                </a:solidFill>
                <a:latin typeface="Arial"/>
                <a:cs typeface="Arial"/>
              </a:rPr>
              <a:t>database,</a:t>
            </a:r>
            <a:r>
              <a:rPr sz="2000" b="1" spc="-25" dirty="0">
                <a:solidFill>
                  <a:srgbClr val="16693E"/>
                </a:solidFill>
                <a:latin typeface="Arial"/>
                <a:cs typeface="Arial"/>
              </a:rPr>
              <a:t> </a:t>
            </a:r>
            <a:r>
              <a:rPr sz="2000" b="1" dirty="0">
                <a:solidFill>
                  <a:srgbClr val="16693E"/>
                </a:solidFill>
                <a:latin typeface="Arial"/>
                <a:cs typeface="Arial"/>
              </a:rPr>
              <a:t>which</a:t>
            </a:r>
            <a:r>
              <a:rPr sz="2000" b="1" spc="-100" dirty="0">
                <a:solidFill>
                  <a:srgbClr val="16693E"/>
                </a:solidFill>
                <a:latin typeface="Arial"/>
                <a:cs typeface="Arial"/>
              </a:rPr>
              <a:t> </a:t>
            </a:r>
            <a:r>
              <a:rPr sz="2000" b="1" dirty="0">
                <a:solidFill>
                  <a:srgbClr val="16693E"/>
                </a:solidFill>
                <a:latin typeface="Arial"/>
                <a:cs typeface="Arial"/>
              </a:rPr>
              <a:t>contains</a:t>
            </a:r>
            <a:r>
              <a:rPr sz="2000" b="1" spc="-60" dirty="0">
                <a:solidFill>
                  <a:srgbClr val="16693E"/>
                </a:solidFill>
                <a:latin typeface="Arial"/>
                <a:cs typeface="Arial"/>
              </a:rPr>
              <a:t> </a:t>
            </a:r>
            <a:r>
              <a:rPr sz="2000" b="1" spc="-10" dirty="0">
                <a:solidFill>
                  <a:srgbClr val="16693E"/>
                </a:solidFill>
                <a:latin typeface="Arial"/>
                <a:cs typeface="Arial"/>
              </a:rPr>
              <a:t>regulation</a:t>
            </a:r>
            <a:endParaRPr sz="2000" dirty="0">
              <a:latin typeface="Arial"/>
              <a:cs typeface="Arial"/>
            </a:endParaRPr>
          </a:p>
          <a:p>
            <a:pPr marL="12700">
              <a:lnSpc>
                <a:spcPct val="100000"/>
              </a:lnSpc>
              <a:spcBef>
                <a:spcPts val="5"/>
              </a:spcBef>
            </a:pPr>
            <a:r>
              <a:rPr sz="2000" b="1" dirty="0">
                <a:solidFill>
                  <a:srgbClr val="16693E"/>
                </a:solidFill>
                <a:latin typeface="Arial"/>
                <a:cs typeface="Arial"/>
              </a:rPr>
              <a:t>data</a:t>
            </a:r>
            <a:r>
              <a:rPr sz="2000" b="1" spc="-75" dirty="0">
                <a:solidFill>
                  <a:srgbClr val="16693E"/>
                </a:solidFill>
                <a:latin typeface="Arial"/>
                <a:cs typeface="Arial"/>
              </a:rPr>
              <a:t> </a:t>
            </a:r>
            <a:r>
              <a:rPr sz="2000" b="1" dirty="0">
                <a:solidFill>
                  <a:srgbClr val="16693E"/>
                </a:solidFill>
                <a:latin typeface="Arial"/>
                <a:cs typeface="Arial"/>
              </a:rPr>
              <a:t>from</a:t>
            </a:r>
            <a:r>
              <a:rPr sz="2000" b="1" spc="-75" dirty="0">
                <a:solidFill>
                  <a:srgbClr val="16693E"/>
                </a:solidFill>
                <a:latin typeface="Arial"/>
                <a:cs typeface="Arial"/>
              </a:rPr>
              <a:t> </a:t>
            </a:r>
            <a:r>
              <a:rPr sz="2000" b="1" dirty="0">
                <a:solidFill>
                  <a:srgbClr val="16693E"/>
                </a:solidFill>
                <a:latin typeface="Arial"/>
                <a:cs typeface="Arial"/>
              </a:rPr>
              <a:t>the</a:t>
            </a:r>
            <a:r>
              <a:rPr sz="2000" b="1" spc="-70" dirty="0">
                <a:solidFill>
                  <a:srgbClr val="16693E"/>
                </a:solidFill>
                <a:latin typeface="Arial"/>
                <a:cs typeface="Arial"/>
              </a:rPr>
              <a:t> </a:t>
            </a:r>
            <a:r>
              <a:rPr sz="2000" b="1" i="1" dirty="0">
                <a:solidFill>
                  <a:srgbClr val="16693E"/>
                </a:solidFill>
                <a:latin typeface="Arial"/>
                <a:cs typeface="Arial"/>
              </a:rPr>
              <a:t>Saccharomyces</a:t>
            </a:r>
            <a:r>
              <a:rPr sz="2000" b="1" spc="-5" dirty="0">
                <a:solidFill>
                  <a:srgbClr val="16693E"/>
                </a:solidFill>
                <a:latin typeface="Arial"/>
                <a:cs typeface="Arial"/>
              </a:rPr>
              <a:t> </a:t>
            </a:r>
            <a:r>
              <a:rPr sz="2000" b="1" dirty="0">
                <a:solidFill>
                  <a:srgbClr val="16693E"/>
                </a:solidFill>
                <a:latin typeface="Arial"/>
                <a:cs typeface="Arial"/>
              </a:rPr>
              <a:t>Genome</a:t>
            </a:r>
            <a:r>
              <a:rPr sz="2000" b="1" spc="-5" dirty="0">
                <a:solidFill>
                  <a:srgbClr val="16693E"/>
                </a:solidFill>
                <a:latin typeface="Arial"/>
                <a:cs typeface="Arial"/>
              </a:rPr>
              <a:t> </a:t>
            </a:r>
            <a:r>
              <a:rPr sz="2000" b="1" dirty="0">
                <a:solidFill>
                  <a:srgbClr val="16693E"/>
                </a:solidFill>
                <a:latin typeface="Arial"/>
                <a:cs typeface="Arial"/>
              </a:rPr>
              <a:t>Database</a:t>
            </a:r>
            <a:r>
              <a:rPr sz="2000" b="1" spc="-5" dirty="0">
                <a:solidFill>
                  <a:srgbClr val="16693E"/>
                </a:solidFill>
                <a:latin typeface="Arial"/>
                <a:cs typeface="Arial"/>
              </a:rPr>
              <a:t> </a:t>
            </a:r>
            <a:r>
              <a:rPr sz="2000" b="1" spc="-10" dirty="0">
                <a:solidFill>
                  <a:srgbClr val="16693E"/>
                </a:solidFill>
                <a:latin typeface="Arial"/>
                <a:cs typeface="Arial"/>
              </a:rPr>
              <a:t>(SGD)</a:t>
            </a:r>
            <a:endParaRPr sz="2000" dirty="0">
              <a:latin typeface="Arial"/>
              <a:cs typeface="Arial"/>
            </a:endParaRPr>
          </a:p>
        </p:txBody>
      </p:sp>
      <p:pic>
        <p:nvPicPr>
          <p:cNvPr id="6" name="Picture 5">
            <a:extLst>
              <a:ext uri="{FF2B5EF4-FFF2-40B4-BE49-F238E27FC236}">
                <a16:creationId xmlns:a16="http://schemas.microsoft.com/office/drawing/2014/main" id="{8225EFEF-F9F9-631A-0E22-60A14CE00065}"/>
              </a:ext>
            </a:extLst>
          </p:cNvPr>
          <p:cNvPicPr>
            <a:picLocks noChangeAspect="1"/>
          </p:cNvPicPr>
          <p:nvPr/>
        </p:nvPicPr>
        <p:blipFill>
          <a:blip r:embed="rId3"/>
          <a:stretch>
            <a:fillRect/>
          </a:stretch>
        </p:blipFill>
        <p:spPr>
          <a:xfrm>
            <a:off x="1083402" y="813824"/>
            <a:ext cx="7007302" cy="4271304"/>
          </a:xfrm>
          <a:prstGeom prst="rect">
            <a:avLst/>
          </a:prstGeom>
        </p:spPr>
      </p:pic>
      <p:sp>
        <p:nvSpPr>
          <p:cNvPr id="8" name="Rectangle 7">
            <a:extLst>
              <a:ext uri="{FF2B5EF4-FFF2-40B4-BE49-F238E27FC236}">
                <a16:creationId xmlns:a16="http://schemas.microsoft.com/office/drawing/2014/main" id="{DE9A09F0-781F-8FCA-C432-320B467729F8}"/>
              </a:ext>
            </a:extLst>
          </p:cNvPr>
          <p:cNvSpPr/>
          <p:nvPr/>
        </p:nvSpPr>
        <p:spPr>
          <a:xfrm>
            <a:off x="2196816" y="2990413"/>
            <a:ext cx="797997" cy="159026"/>
          </a:xfrm>
          <a:prstGeom prst="rect">
            <a:avLst/>
          </a:prstGeom>
          <a:noFill/>
          <a:ln w="38100">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C5C959-9BD5-972E-3224-9479033C0E3E}"/>
              </a:ext>
            </a:extLst>
          </p:cNvPr>
          <p:cNvPicPr>
            <a:picLocks noChangeAspect="1"/>
          </p:cNvPicPr>
          <p:nvPr/>
        </p:nvPicPr>
        <p:blipFill>
          <a:blip r:embed="rId3"/>
          <a:stretch>
            <a:fillRect/>
          </a:stretch>
        </p:blipFill>
        <p:spPr>
          <a:xfrm>
            <a:off x="811369" y="533075"/>
            <a:ext cx="7502313" cy="4573039"/>
          </a:xfrm>
          <a:prstGeom prst="rect">
            <a:avLst/>
          </a:prstGeom>
        </p:spPr>
      </p:pic>
      <p:sp>
        <p:nvSpPr>
          <p:cNvPr id="2" name="object 2" descr="$PPTXTitle"/>
          <p:cNvSpPr txBox="1">
            <a:spLocks noGrp="1"/>
          </p:cNvSpPr>
          <p:nvPr>
            <p:ph type="title"/>
          </p:nvPr>
        </p:nvSpPr>
        <p:spPr>
          <a:xfrm>
            <a:off x="252708" y="138215"/>
            <a:ext cx="8520600" cy="572700"/>
          </a:xfrm>
          <a:prstGeom prst="rect">
            <a:avLst/>
          </a:prstGeom>
        </p:spPr>
        <p:txBody>
          <a:bodyPr vert="horz" wrap="square" lIns="0" tIns="16510" rIns="0" bIns="0" rtlCol="0">
            <a:spAutoFit/>
          </a:bodyPr>
          <a:lstStyle/>
          <a:p>
            <a:pPr marL="12700">
              <a:lnSpc>
                <a:spcPct val="100000"/>
              </a:lnSpc>
              <a:spcBef>
                <a:spcPts val="130"/>
              </a:spcBef>
            </a:pPr>
            <a:r>
              <a:rPr dirty="0"/>
              <a:t>Users</a:t>
            </a:r>
            <a:r>
              <a:rPr spc="5" dirty="0"/>
              <a:t> </a:t>
            </a:r>
            <a:r>
              <a:rPr dirty="0"/>
              <a:t>can</a:t>
            </a:r>
            <a:r>
              <a:rPr spc="-30" dirty="0"/>
              <a:t> </a:t>
            </a:r>
            <a:r>
              <a:rPr dirty="0"/>
              <a:t>load</a:t>
            </a:r>
            <a:r>
              <a:rPr spc="-25" dirty="0"/>
              <a:t> </a:t>
            </a:r>
            <a:r>
              <a:rPr dirty="0"/>
              <a:t>different</a:t>
            </a:r>
            <a:r>
              <a:rPr spc="-55" dirty="0"/>
              <a:t> </a:t>
            </a:r>
            <a:r>
              <a:rPr dirty="0"/>
              <a:t>network</a:t>
            </a:r>
            <a:r>
              <a:rPr spc="-60" dirty="0"/>
              <a:t> </a:t>
            </a:r>
            <a:r>
              <a:rPr dirty="0"/>
              <a:t>types,</a:t>
            </a:r>
            <a:r>
              <a:rPr spc="-20" dirty="0"/>
              <a:t> </a:t>
            </a:r>
            <a:r>
              <a:rPr dirty="0"/>
              <a:t>either</a:t>
            </a:r>
            <a:r>
              <a:rPr spc="-25" dirty="0"/>
              <a:t> </a:t>
            </a:r>
            <a:r>
              <a:rPr dirty="0"/>
              <a:t>GRN</a:t>
            </a:r>
            <a:r>
              <a:rPr spc="-95" dirty="0"/>
              <a:t> </a:t>
            </a:r>
            <a:r>
              <a:rPr dirty="0"/>
              <a:t>or</a:t>
            </a:r>
            <a:r>
              <a:rPr spc="-95" dirty="0"/>
              <a:t> </a:t>
            </a:r>
            <a:r>
              <a:rPr spc="-25" dirty="0"/>
              <a:t>PPI</a:t>
            </a:r>
          </a:p>
        </p:txBody>
      </p:sp>
    </p:spTree>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B0C558-C177-7D8C-9FB4-215512022CAA}"/>
              </a:ext>
            </a:extLst>
          </p:cNvPr>
          <p:cNvPicPr>
            <a:picLocks noChangeAspect="1"/>
          </p:cNvPicPr>
          <p:nvPr/>
        </p:nvPicPr>
        <p:blipFill>
          <a:blip r:embed="rId3"/>
          <a:stretch>
            <a:fillRect/>
          </a:stretch>
        </p:blipFill>
        <p:spPr>
          <a:xfrm>
            <a:off x="901521" y="810891"/>
            <a:ext cx="7018986" cy="4278426"/>
          </a:xfrm>
          <a:prstGeom prst="rect">
            <a:avLst/>
          </a:prstGeom>
        </p:spPr>
      </p:pic>
      <p:sp>
        <p:nvSpPr>
          <p:cNvPr id="2" name="object 2"/>
          <p:cNvSpPr txBox="1"/>
          <p:nvPr/>
        </p:nvSpPr>
        <p:spPr>
          <a:xfrm>
            <a:off x="250825" y="137160"/>
            <a:ext cx="6115050" cy="640715"/>
          </a:xfrm>
          <a:prstGeom prst="rect">
            <a:avLst/>
          </a:prstGeom>
        </p:spPr>
        <p:txBody>
          <a:bodyPr vert="horz" wrap="square" lIns="0" tIns="16510" rIns="0" bIns="0" rtlCol="0">
            <a:spAutoFit/>
          </a:bodyPr>
          <a:lstStyle/>
          <a:p>
            <a:pPr marL="12700">
              <a:lnSpc>
                <a:spcPct val="100000"/>
              </a:lnSpc>
              <a:spcBef>
                <a:spcPts val="130"/>
              </a:spcBef>
            </a:pPr>
            <a:r>
              <a:rPr sz="2000" b="1" dirty="0">
                <a:solidFill>
                  <a:srgbClr val="16693E"/>
                </a:solidFill>
                <a:latin typeface="Arial"/>
                <a:cs typeface="Arial"/>
              </a:rPr>
              <a:t>Users</a:t>
            </a:r>
            <a:r>
              <a:rPr sz="2000" b="1" spc="-20" dirty="0">
                <a:solidFill>
                  <a:srgbClr val="16693E"/>
                </a:solidFill>
                <a:latin typeface="Arial"/>
                <a:cs typeface="Arial"/>
              </a:rPr>
              <a:t> </a:t>
            </a:r>
            <a:r>
              <a:rPr sz="2000" b="1" dirty="0">
                <a:solidFill>
                  <a:srgbClr val="16693E"/>
                </a:solidFill>
                <a:latin typeface="Arial"/>
                <a:cs typeface="Arial"/>
              </a:rPr>
              <a:t>can</a:t>
            </a:r>
            <a:r>
              <a:rPr sz="2000" b="1" spc="-60" dirty="0">
                <a:solidFill>
                  <a:srgbClr val="16693E"/>
                </a:solidFill>
                <a:latin typeface="Arial"/>
                <a:cs typeface="Arial"/>
              </a:rPr>
              <a:t> </a:t>
            </a:r>
            <a:r>
              <a:rPr sz="2000" b="1" dirty="0">
                <a:solidFill>
                  <a:srgbClr val="16693E"/>
                </a:solidFill>
                <a:latin typeface="Arial"/>
                <a:cs typeface="Arial"/>
              </a:rPr>
              <a:t>choose</a:t>
            </a:r>
            <a:r>
              <a:rPr sz="2000" b="1" spc="-90" dirty="0">
                <a:solidFill>
                  <a:srgbClr val="16693E"/>
                </a:solidFill>
                <a:latin typeface="Arial"/>
                <a:cs typeface="Arial"/>
              </a:rPr>
              <a:t> </a:t>
            </a:r>
            <a:r>
              <a:rPr sz="2000" b="1" dirty="0">
                <a:solidFill>
                  <a:srgbClr val="16693E"/>
                </a:solidFill>
                <a:latin typeface="Arial"/>
                <a:cs typeface="Arial"/>
              </a:rPr>
              <a:t>different</a:t>
            </a:r>
            <a:r>
              <a:rPr sz="2000" b="1" spc="-15" dirty="0">
                <a:solidFill>
                  <a:srgbClr val="16693E"/>
                </a:solidFill>
                <a:latin typeface="Arial"/>
                <a:cs typeface="Arial"/>
              </a:rPr>
              <a:t> </a:t>
            </a:r>
            <a:r>
              <a:rPr sz="2000" b="1" dirty="0">
                <a:solidFill>
                  <a:srgbClr val="16693E"/>
                </a:solidFill>
                <a:latin typeface="Arial"/>
                <a:cs typeface="Arial"/>
              </a:rPr>
              <a:t>network</a:t>
            </a:r>
            <a:r>
              <a:rPr sz="2000" b="1" spc="-85" dirty="0">
                <a:solidFill>
                  <a:srgbClr val="16693E"/>
                </a:solidFill>
                <a:latin typeface="Arial"/>
                <a:cs typeface="Arial"/>
              </a:rPr>
              <a:t> </a:t>
            </a:r>
            <a:r>
              <a:rPr sz="2000" b="1" spc="-10" dirty="0">
                <a:solidFill>
                  <a:srgbClr val="16693E"/>
                </a:solidFill>
                <a:latin typeface="Arial"/>
                <a:cs typeface="Arial"/>
              </a:rPr>
              <a:t>sources</a:t>
            </a:r>
            <a:endParaRPr sz="2000" dirty="0">
              <a:latin typeface="Arial"/>
              <a:cs typeface="Arial"/>
            </a:endParaRPr>
          </a:p>
          <a:p>
            <a:pPr marL="12700">
              <a:lnSpc>
                <a:spcPct val="100000"/>
              </a:lnSpc>
              <a:spcBef>
                <a:spcPts val="5"/>
              </a:spcBef>
            </a:pPr>
            <a:r>
              <a:rPr sz="2000" b="1" dirty="0">
                <a:solidFill>
                  <a:srgbClr val="16693E"/>
                </a:solidFill>
                <a:latin typeface="Arial"/>
                <a:cs typeface="Arial"/>
              </a:rPr>
              <a:t>since</a:t>
            </a:r>
            <a:r>
              <a:rPr sz="2000" b="1" spc="-15" dirty="0">
                <a:solidFill>
                  <a:srgbClr val="16693E"/>
                </a:solidFill>
                <a:latin typeface="Arial"/>
                <a:cs typeface="Arial"/>
              </a:rPr>
              <a:t> </a:t>
            </a:r>
            <a:r>
              <a:rPr sz="2000" b="1" dirty="0">
                <a:solidFill>
                  <a:srgbClr val="16693E"/>
                </a:solidFill>
                <a:latin typeface="Arial"/>
                <a:cs typeface="Arial"/>
              </a:rPr>
              <a:t>GRNsight</a:t>
            </a:r>
            <a:r>
              <a:rPr sz="2000" b="1" spc="-25" dirty="0">
                <a:solidFill>
                  <a:srgbClr val="16693E"/>
                </a:solidFill>
                <a:latin typeface="Arial"/>
                <a:cs typeface="Arial"/>
              </a:rPr>
              <a:t> </a:t>
            </a:r>
            <a:r>
              <a:rPr sz="2000" b="1" dirty="0">
                <a:solidFill>
                  <a:srgbClr val="16693E"/>
                </a:solidFill>
                <a:latin typeface="Arial"/>
                <a:cs typeface="Arial"/>
              </a:rPr>
              <a:t>refreshes</a:t>
            </a:r>
            <a:r>
              <a:rPr sz="2000" b="1" spc="-50" dirty="0">
                <a:solidFill>
                  <a:srgbClr val="16693E"/>
                </a:solidFill>
                <a:latin typeface="Arial"/>
                <a:cs typeface="Arial"/>
              </a:rPr>
              <a:t> </a:t>
            </a:r>
            <a:r>
              <a:rPr sz="2000" b="1" dirty="0">
                <a:solidFill>
                  <a:srgbClr val="16693E"/>
                </a:solidFill>
                <a:latin typeface="Arial"/>
                <a:cs typeface="Arial"/>
              </a:rPr>
              <a:t>with</a:t>
            </a:r>
            <a:r>
              <a:rPr sz="2000" b="1" spc="-15" dirty="0">
                <a:solidFill>
                  <a:srgbClr val="16693E"/>
                </a:solidFill>
                <a:latin typeface="Arial"/>
                <a:cs typeface="Arial"/>
              </a:rPr>
              <a:t> </a:t>
            </a:r>
            <a:r>
              <a:rPr sz="2000" b="1" dirty="0">
                <a:solidFill>
                  <a:srgbClr val="16693E"/>
                </a:solidFill>
                <a:latin typeface="Arial"/>
                <a:cs typeface="Arial"/>
              </a:rPr>
              <a:t>new</a:t>
            </a:r>
            <a:r>
              <a:rPr sz="2000" b="1" spc="-50" dirty="0">
                <a:solidFill>
                  <a:srgbClr val="16693E"/>
                </a:solidFill>
                <a:latin typeface="Arial"/>
                <a:cs typeface="Arial"/>
              </a:rPr>
              <a:t> </a:t>
            </a:r>
            <a:r>
              <a:rPr sz="2000" b="1" dirty="0">
                <a:solidFill>
                  <a:srgbClr val="16693E"/>
                </a:solidFill>
                <a:latin typeface="Arial"/>
                <a:cs typeface="Arial"/>
              </a:rPr>
              <a:t>data</a:t>
            </a:r>
            <a:r>
              <a:rPr sz="2000" b="1" spc="-50" dirty="0">
                <a:solidFill>
                  <a:srgbClr val="16693E"/>
                </a:solidFill>
                <a:latin typeface="Arial"/>
                <a:cs typeface="Arial"/>
              </a:rPr>
              <a:t> </a:t>
            </a:r>
            <a:r>
              <a:rPr sz="2000" b="1" dirty="0">
                <a:solidFill>
                  <a:srgbClr val="16693E"/>
                </a:solidFill>
                <a:latin typeface="Arial"/>
                <a:cs typeface="Arial"/>
              </a:rPr>
              <a:t>each</a:t>
            </a:r>
            <a:r>
              <a:rPr sz="2000" b="1" spc="-85" dirty="0">
                <a:solidFill>
                  <a:srgbClr val="16693E"/>
                </a:solidFill>
                <a:latin typeface="Arial"/>
                <a:cs typeface="Arial"/>
              </a:rPr>
              <a:t> </a:t>
            </a:r>
            <a:r>
              <a:rPr sz="2000" b="1" spc="-20" dirty="0">
                <a:solidFill>
                  <a:srgbClr val="16693E"/>
                </a:solidFill>
                <a:latin typeface="Arial"/>
                <a:cs typeface="Arial"/>
              </a:rPr>
              <a:t>year</a:t>
            </a:r>
            <a:endParaRPr sz="2000" dirty="0">
              <a:latin typeface="Arial"/>
              <a:cs typeface="Arial"/>
            </a:endParaRPr>
          </a:p>
        </p:txBody>
      </p:sp>
    </p:spTree>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18941" y="129087"/>
            <a:ext cx="7483566"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GRNsight rapidly generates GRN graphs using </a:t>
            </a:r>
          </a:p>
          <a:p>
            <a:r>
              <a:rPr lang="en-US" sz="2000" b="1" dirty="0">
                <a:solidFill>
                  <a:srgbClr val="16693F"/>
                </a:solidFill>
                <a:latin typeface="Arial" panose="020B0604020202020204" pitchFamily="34" charset="0"/>
                <a:cs typeface="Arial" panose="020B0604020202020204" pitchFamily="34" charset="0"/>
              </a:rPr>
              <a:t>our customizations to the open source D3 library</a:t>
            </a:r>
          </a:p>
        </p:txBody>
      </p:sp>
      <p:pic>
        <p:nvPicPr>
          <p:cNvPr id="3" name="Picture 2">
            <a:extLst>
              <a:ext uri="{FF2B5EF4-FFF2-40B4-BE49-F238E27FC236}">
                <a16:creationId xmlns:a16="http://schemas.microsoft.com/office/drawing/2014/main" id="{7FC56888-0CFF-B291-771B-8D9373200916}"/>
              </a:ext>
            </a:extLst>
          </p:cNvPr>
          <p:cNvPicPr>
            <a:picLocks noChangeAspect="1"/>
          </p:cNvPicPr>
          <p:nvPr/>
        </p:nvPicPr>
        <p:blipFill>
          <a:blip r:embed="rId2"/>
          <a:stretch>
            <a:fillRect/>
          </a:stretch>
        </p:blipFill>
        <p:spPr>
          <a:xfrm>
            <a:off x="1177498" y="872037"/>
            <a:ext cx="6842781" cy="4171020"/>
          </a:xfrm>
          <a:prstGeom prst="rect">
            <a:avLst/>
          </a:prstGeom>
        </p:spPr>
      </p:pic>
    </p:spTree>
    <p:extLst>
      <p:ext uri="{BB962C8B-B14F-4D97-AF65-F5344CB8AC3E}">
        <p14:creationId xmlns:p14="http://schemas.microsoft.com/office/powerpoint/2010/main" val="4151442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15911" y="129087"/>
            <a:ext cx="8400128"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Besides the Force Graph Layout, Users Can Rearrange the Nodes by Hand</a:t>
            </a:r>
          </a:p>
        </p:txBody>
      </p:sp>
      <p:pic>
        <p:nvPicPr>
          <p:cNvPr id="4" name="Picture 3">
            <a:extLst>
              <a:ext uri="{FF2B5EF4-FFF2-40B4-BE49-F238E27FC236}">
                <a16:creationId xmlns:a16="http://schemas.microsoft.com/office/drawing/2014/main" id="{DA6F7AA8-9AAB-2BE7-1FE1-8F807A140E45}"/>
              </a:ext>
            </a:extLst>
          </p:cNvPr>
          <p:cNvPicPr>
            <a:picLocks noChangeAspect="1"/>
          </p:cNvPicPr>
          <p:nvPr/>
        </p:nvPicPr>
        <p:blipFill>
          <a:blip r:embed="rId3"/>
          <a:stretch>
            <a:fillRect/>
          </a:stretch>
        </p:blipFill>
        <p:spPr>
          <a:xfrm>
            <a:off x="1362972" y="872037"/>
            <a:ext cx="6866628" cy="4185556"/>
          </a:xfrm>
          <a:prstGeom prst="rect">
            <a:avLst/>
          </a:prstGeom>
        </p:spPr>
      </p:pic>
    </p:spTree>
    <p:extLst>
      <p:ext uri="{BB962C8B-B14F-4D97-AF65-F5344CB8AC3E}">
        <p14:creationId xmlns:p14="http://schemas.microsoft.com/office/powerpoint/2010/main" val="3647806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03031" y="119741"/>
            <a:ext cx="7599475" cy="376018"/>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rPr>
              <a:t>Or Choose the Convenient Block Layout Option</a:t>
            </a:r>
            <a:endParaRPr lang="en-US" sz="2000" b="1" dirty="0">
              <a:solidFill>
                <a:srgbClr val="16693F"/>
              </a:solidFill>
              <a:cs typeface="Arial"/>
            </a:endParaRPr>
          </a:p>
        </p:txBody>
      </p:sp>
      <p:pic>
        <p:nvPicPr>
          <p:cNvPr id="3" name="Picture 2">
            <a:extLst>
              <a:ext uri="{FF2B5EF4-FFF2-40B4-BE49-F238E27FC236}">
                <a16:creationId xmlns:a16="http://schemas.microsoft.com/office/drawing/2014/main" id="{2B9231B5-3D8F-A582-8DEC-A4F751A8323B}"/>
              </a:ext>
            </a:extLst>
          </p:cNvPr>
          <p:cNvPicPr>
            <a:picLocks noChangeAspect="1"/>
          </p:cNvPicPr>
          <p:nvPr/>
        </p:nvPicPr>
        <p:blipFill>
          <a:blip r:embed="rId2"/>
          <a:stretch>
            <a:fillRect/>
          </a:stretch>
        </p:blipFill>
        <p:spPr>
          <a:xfrm>
            <a:off x="925880" y="635344"/>
            <a:ext cx="7199428" cy="4388415"/>
          </a:xfrm>
          <a:prstGeom prst="rect">
            <a:avLst/>
          </a:prstGeom>
        </p:spPr>
      </p:pic>
    </p:spTree>
    <p:extLst>
      <p:ext uri="{BB962C8B-B14F-4D97-AF65-F5344CB8AC3E}">
        <p14:creationId xmlns:p14="http://schemas.microsoft.com/office/powerpoint/2010/main" val="2151412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15911" y="129087"/>
            <a:ext cx="7586596"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a:solidFill>
                  <a:srgbClr val="16693F"/>
                </a:solidFill>
                <a:latin typeface="Arial" panose="020B0604020202020204" pitchFamily="34" charset="0"/>
                <a:cs typeface="Arial" panose="020B0604020202020204" pitchFamily="34" charset="0"/>
              </a:rPr>
              <a:t>When Model Results are Loaded, Edge Weight Values </a:t>
            </a:r>
          </a:p>
          <a:p>
            <a:r>
              <a:rPr lang="en-US" sz="2000" b="1">
                <a:solidFill>
                  <a:srgbClr val="16693F"/>
                </a:solidFill>
                <a:latin typeface="Arial" panose="020B0604020202020204" pitchFamily="34" charset="0"/>
                <a:cs typeface="Arial" panose="020B0604020202020204" pitchFamily="34" charset="0"/>
              </a:rPr>
              <a:t>Are Indicated by Color, Thickness, and End Marker</a:t>
            </a:r>
          </a:p>
        </p:txBody>
      </p:sp>
      <p:pic>
        <p:nvPicPr>
          <p:cNvPr id="12" name="Picture 11">
            <a:extLst>
              <a:ext uri="{FF2B5EF4-FFF2-40B4-BE49-F238E27FC236}">
                <a16:creationId xmlns:a16="http://schemas.microsoft.com/office/drawing/2014/main" id="{D45097BB-3A2E-54ED-1661-5AA8C43BF5FF}"/>
              </a:ext>
            </a:extLst>
          </p:cNvPr>
          <p:cNvPicPr>
            <a:picLocks noChangeAspect="1"/>
          </p:cNvPicPr>
          <p:nvPr/>
        </p:nvPicPr>
        <p:blipFill>
          <a:blip r:embed="rId2"/>
          <a:stretch>
            <a:fillRect/>
          </a:stretch>
        </p:blipFill>
        <p:spPr>
          <a:xfrm>
            <a:off x="1114970" y="872037"/>
            <a:ext cx="6914060" cy="4167004"/>
          </a:xfrm>
          <a:prstGeom prst="rect">
            <a:avLst/>
          </a:prstGeom>
        </p:spPr>
      </p:pic>
    </p:spTree>
    <p:extLst>
      <p:ext uri="{BB962C8B-B14F-4D97-AF65-F5344CB8AC3E}">
        <p14:creationId xmlns:p14="http://schemas.microsoft.com/office/powerpoint/2010/main" val="3016808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103031" y="130759"/>
            <a:ext cx="7599475"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Numerical Weight Values Can Be Displayed on the Graph</a:t>
            </a:r>
          </a:p>
        </p:txBody>
      </p:sp>
      <p:pic>
        <p:nvPicPr>
          <p:cNvPr id="3" name="Picture 2">
            <a:extLst>
              <a:ext uri="{FF2B5EF4-FFF2-40B4-BE49-F238E27FC236}">
                <a16:creationId xmlns:a16="http://schemas.microsoft.com/office/drawing/2014/main" id="{03CF7F11-62F2-00FA-C055-25D22232E081}"/>
              </a:ext>
            </a:extLst>
          </p:cNvPr>
          <p:cNvPicPr>
            <a:picLocks noChangeAspect="1"/>
          </p:cNvPicPr>
          <p:nvPr/>
        </p:nvPicPr>
        <p:blipFill>
          <a:blip r:embed="rId2"/>
          <a:stretch>
            <a:fillRect/>
          </a:stretch>
        </p:blipFill>
        <p:spPr>
          <a:xfrm>
            <a:off x="1097881" y="689305"/>
            <a:ext cx="6948237" cy="4235301"/>
          </a:xfrm>
          <a:prstGeom prst="rect">
            <a:avLst/>
          </a:prstGeom>
        </p:spPr>
      </p:pic>
    </p:spTree>
    <p:extLst>
      <p:ext uri="{BB962C8B-B14F-4D97-AF65-F5344CB8AC3E}">
        <p14:creationId xmlns:p14="http://schemas.microsoft.com/office/powerpoint/2010/main" val="50192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AB737A-E27B-4FBB-8778-6FD608A726CC}"/>
              </a:ext>
            </a:extLst>
          </p:cNvPr>
          <p:cNvPicPr>
            <a:picLocks noChangeAspect="1"/>
          </p:cNvPicPr>
          <p:nvPr/>
        </p:nvPicPr>
        <p:blipFill>
          <a:blip r:embed="rId2"/>
          <a:stretch>
            <a:fillRect/>
          </a:stretch>
        </p:blipFill>
        <p:spPr>
          <a:xfrm>
            <a:off x="822030" y="563459"/>
            <a:ext cx="7499940" cy="4520105"/>
          </a:xfrm>
          <a:prstGeom prst="rect">
            <a:avLst/>
          </a:prstGeom>
        </p:spPr>
      </p:pic>
      <p:sp>
        <p:nvSpPr>
          <p:cNvPr id="13" name="Title 1"/>
          <p:cNvSpPr txBox="1">
            <a:spLocks/>
          </p:cNvSpPr>
          <p:nvPr/>
        </p:nvSpPr>
        <p:spPr>
          <a:xfrm>
            <a:off x="115910" y="129087"/>
            <a:ext cx="8234875"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Edge Thicknesses are Normalized to the Largest Magnitude Weight Value</a:t>
            </a:r>
          </a:p>
        </p:txBody>
      </p:sp>
      <p:sp>
        <p:nvSpPr>
          <p:cNvPr id="2" name="TextBox 1"/>
          <p:cNvSpPr txBox="1"/>
          <p:nvPr/>
        </p:nvSpPr>
        <p:spPr>
          <a:xfrm>
            <a:off x="3684842" y="1306409"/>
            <a:ext cx="2875675" cy="276999"/>
          </a:xfrm>
          <a:prstGeom prst="rect">
            <a:avLst/>
          </a:prstGeom>
          <a:noFill/>
        </p:spPr>
        <p:txBody>
          <a:bodyPr wrap="square" rtlCol="0">
            <a:spAutoFit/>
          </a:bodyPr>
          <a:lstStyle/>
          <a:p>
            <a:r>
              <a:rPr lang="en-US" sz="1200" b="1" dirty="0"/>
              <a:t>Normalization Factor = 5.21</a:t>
            </a:r>
          </a:p>
        </p:txBody>
      </p:sp>
    </p:spTree>
    <p:extLst>
      <p:ext uri="{BB962C8B-B14F-4D97-AF65-F5344CB8AC3E}">
        <p14:creationId xmlns:p14="http://schemas.microsoft.com/office/powerpoint/2010/main" val="3515090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41E246-B1E0-35CE-181D-5B93CAA2EEA3}"/>
              </a:ext>
            </a:extLst>
          </p:cNvPr>
          <p:cNvPicPr>
            <a:picLocks noChangeAspect="1"/>
          </p:cNvPicPr>
          <p:nvPr/>
        </p:nvPicPr>
        <p:blipFill>
          <a:blip r:embed="rId2"/>
          <a:stretch>
            <a:fillRect/>
          </a:stretch>
        </p:blipFill>
        <p:spPr>
          <a:xfrm>
            <a:off x="844251" y="521092"/>
            <a:ext cx="7455498" cy="4493321"/>
          </a:xfrm>
          <a:prstGeom prst="rect">
            <a:avLst/>
          </a:prstGeom>
        </p:spPr>
      </p:pic>
      <p:sp>
        <p:nvSpPr>
          <p:cNvPr id="13" name="Title 1"/>
          <p:cNvSpPr txBox="1">
            <a:spLocks/>
          </p:cNvSpPr>
          <p:nvPr/>
        </p:nvSpPr>
        <p:spPr>
          <a:xfrm>
            <a:off x="103031" y="129087"/>
            <a:ext cx="8883314"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And Can Be Modified to Allow Fair Visual Comparison between Different Graphs</a:t>
            </a:r>
          </a:p>
        </p:txBody>
      </p:sp>
      <p:sp>
        <p:nvSpPr>
          <p:cNvPr id="2" name="TextBox 1"/>
          <p:cNvSpPr txBox="1"/>
          <p:nvPr/>
        </p:nvSpPr>
        <p:spPr>
          <a:xfrm>
            <a:off x="3747904" y="1281162"/>
            <a:ext cx="2458491" cy="276999"/>
          </a:xfrm>
          <a:prstGeom prst="rect">
            <a:avLst/>
          </a:prstGeom>
          <a:noFill/>
        </p:spPr>
        <p:txBody>
          <a:bodyPr wrap="square" rtlCol="0">
            <a:spAutoFit/>
          </a:bodyPr>
          <a:lstStyle/>
          <a:p>
            <a:r>
              <a:rPr lang="en-US" sz="1200" b="1"/>
              <a:t>Normalization Factor = 10</a:t>
            </a:r>
          </a:p>
        </p:txBody>
      </p:sp>
    </p:spTree>
    <p:extLst>
      <p:ext uri="{BB962C8B-B14F-4D97-AF65-F5344CB8AC3E}">
        <p14:creationId xmlns:p14="http://schemas.microsoft.com/office/powerpoint/2010/main" val="3559457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CFF9DA-7771-9783-D6AA-EE0FD109CBB4}"/>
              </a:ext>
            </a:extLst>
          </p:cNvPr>
          <p:cNvPicPr>
            <a:picLocks noChangeAspect="1"/>
          </p:cNvPicPr>
          <p:nvPr/>
        </p:nvPicPr>
        <p:blipFill>
          <a:blip r:embed="rId2"/>
          <a:stretch>
            <a:fillRect/>
          </a:stretch>
        </p:blipFill>
        <p:spPr>
          <a:xfrm>
            <a:off x="928839" y="623053"/>
            <a:ext cx="7286321" cy="4391360"/>
          </a:xfrm>
          <a:prstGeom prst="rect">
            <a:avLst/>
          </a:prstGeom>
        </p:spPr>
      </p:pic>
      <p:sp>
        <p:nvSpPr>
          <p:cNvPr id="13" name="Title 1"/>
          <p:cNvSpPr txBox="1">
            <a:spLocks/>
          </p:cNvSpPr>
          <p:nvPr/>
        </p:nvSpPr>
        <p:spPr>
          <a:xfrm>
            <a:off x="115910" y="129087"/>
            <a:ext cx="8891455"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And Can Be Modified to Allow Fair Visual Comparison between Different Graphs</a:t>
            </a:r>
          </a:p>
        </p:txBody>
      </p:sp>
      <p:sp>
        <p:nvSpPr>
          <p:cNvPr id="2" name="TextBox 1"/>
          <p:cNvSpPr txBox="1"/>
          <p:nvPr/>
        </p:nvSpPr>
        <p:spPr>
          <a:xfrm>
            <a:off x="3726884" y="1366003"/>
            <a:ext cx="2814474" cy="276999"/>
          </a:xfrm>
          <a:prstGeom prst="rect">
            <a:avLst/>
          </a:prstGeom>
          <a:noFill/>
        </p:spPr>
        <p:txBody>
          <a:bodyPr wrap="square" rtlCol="0">
            <a:spAutoFit/>
          </a:bodyPr>
          <a:lstStyle/>
          <a:p>
            <a:r>
              <a:rPr lang="en-US" sz="1200" b="1" dirty="0"/>
              <a:t>Normalization Factor =  2.5</a:t>
            </a:r>
          </a:p>
        </p:txBody>
      </p:sp>
    </p:spTree>
    <p:extLst>
      <p:ext uri="{BB962C8B-B14F-4D97-AF65-F5344CB8AC3E}">
        <p14:creationId xmlns:p14="http://schemas.microsoft.com/office/powerpoint/2010/main" val="8492794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69245C-1605-F516-1831-D337BA2F711F}"/>
              </a:ext>
            </a:extLst>
          </p:cNvPr>
          <p:cNvPicPr>
            <a:picLocks noChangeAspect="1"/>
          </p:cNvPicPr>
          <p:nvPr/>
        </p:nvPicPr>
        <p:blipFill>
          <a:blip r:embed="rId2"/>
          <a:stretch>
            <a:fillRect/>
          </a:stretch>
        </p:blipFill>
        <p:spPr>
          <a:xfrm>
            <a:off x="1045804" y="872037"/>
            <a:ext cx="7052391" cy="4250374"/>
          </a:xfrm>
          <a:prstGeom prst="rect">
            <a:avLst/>
          </a:prstGeom>
        </p:spPr>
      </p:pic>
      <p:sp>
        <p:nvSpPr>
          <p:cNvPr id="13" name="Title 1"/>
          <p:cNvSpPr txBox="1">
            <a:spLocks/>
          </p:cNvSpPr>
          <p:nvPr/>
        </p:nvSpPr>
        <p:spPr>
          <a:xfrm>
            <a:off x="103031" y="129087"/>
            <a:ext cx="7599475"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Edges with Normalized Weight Values within 5% of 0 </a:t>
            </a:r>
          </a:p>
          <a:p>
            <a:r>
              <a:rPr lang="en-US" sz="2000" b="1" dirty="0">
                <a:solidFill>
                  <a:srgbClr val="16693F"/>
                </a:solidFill>
                <a:latin typeface="Arial" panose="020B0604020202020204" pitchFamily="34" charset="0"/>
                <a:cs typeface="Arial" panose="020B0604020202020204" pitchFamily="34" charset="0"/>
              </a:rPr>
              <a:t>Are Displayed as Gray to Minimize Their Visual Strength</a:t>
            </a:r>
          </a:p>
        </p:txBody>
      </p:sp>
      <p:sp>
        <p:nvSpPr>
          <p:cNvPr id="2" name="TextBox 1"/>
          <p:cNvSpPr txBox="1"/>
          <p:nvPr/>
        </p:nvSpPr>
        <p:spPr>
          <a:xfrm>
            <a:off x="3716373" y="1456517"/>
            <a:ext cx="3601963" cy="461665"/>
          </a:xfrm>
          <a:prstGeom prst="rect">
            <a:avLst/>
          </a:prstGeom>
          <a:noFill/>
        </p:spPr>
        <p:txBody>
          <a:bodyPr wrap="square" rtlCol="0">
            <a:spAutoFit/>
          </a:bodyPr>
          <a:lstStyle/>
          <a:p>
            <a:r>
              <a:rPr lang="en-US" sz="1200" b="1" dirty="0"/>
              <a:t>Normalization Factor =  5.21</a:t>
            </a:r>
          </a:p>
          <a:p>
            <a:r>
              <a:rPr lang="en-US" sz="1200" b="1" dirty="0"/>
              <a:t>Gray Threshold =  5%</a:t>
            </a:r>
          </a:p>
        </p:txBody>
      </p:sp>
    </p:spTree>
    <p:extLst>
      <p:ext uri="{BB962C8B-B14F-4D97-AF65-F5344CB8AC3E}">
        <p14:creationId xmlns:p14="http://schemas.microsoft.com/office/powerpoint/2010/main" val="1185715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D97280-6588-9E49-B323-3856EECCAB55}"/>
              </a:ext>
            </a:extLst>
          </p:cNvPr>
          <p:cNvPicPr>
            <a:picLocks noChangeAspect="1"/>
          </p:cNvPicPr>
          <p:nvPr/>
        </p:nvPicPr>
        <p:blipFill>
          <a:blip r:embed="rId2"/>
          <a:stretch>
            <a:fillRect/>
          </a:stretch>
        </p:blipFill>
        <p:spPr>
          <a:xfrm>
            <a:off x="1057985" y="867252"/>
            <a:ext cx="7028030" cy="4235692"/>
          </a:xfrm>
          <a:prstGeom prst="rect">
            <a:avLst/>
          </a:prstGeom>
        </p:spPr>
      </p:pic>
      <p:sp>
        <p:nvSpPr>
          <p:cNvPr id="13" name="Title 1"/>
          <p:cNvSpPr txBox="1">
            <a:spLocks/>
          </p:cNvSpPr>
          <p:nvPr/>
        </p:nvSpPr>
        <p:spPr>
          <a:xfrm>
            <a:off x="115911" y="124302"/>
            <a:ext cx="7586596"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Users Can Change the Gray Threshold with a Slider</a:t>
            </a:r>
          </a:p>
        </p:txBody>
      </p:sp>
      <p:sp>
        <p:nvSpPr>
          <p:cNvPr id="2" name="TextBox 1"/>
          <p:cNvSpPr txBox="1"/>
          <p:nvPr/>
        </p:nvSpPr>
        <p:spPr>
          <a:xfrm>
            <a:off x="3716373" y="1456517"/>
            <a:ext cx="3509696" cy="461665"/>
          </a:xfrm>
          <a:prstGeom prst="rect">
            <a:avLst/>
          </a:prstGeom>
          <a:noFill/>
        </p:spPr>
        <p:txBody>
          <a:bodyPr wrap="square" rtlCol="0">
            <a:spAutoFit/>
          </a:bodyPr>
          <a:lstStyle/>
          <a:p>
            <a:r>
              <a:rPr lang="en-US" sz="1200" b="1" dirty="0"/>
              <a:t>Normalization Factor = 5.21</a:t>
            </a:r>
          </a:p>
          <a:p>
            <a:r>
              <a:rPr lang="en-US" sz="1200" b="1" dirty="0"/>
              <a:t>Gray Threshold = 10%</a:t>
            </a:r>
          </a:p>
        </p:txBody>
      </p:sp>
    </p:spTree>
    <p:extLst>
      <p:ext uri="{BB962C8B-B14F-4D97-AF65-F5344CB8AC3E}">
        <p14:creationId xmlns:p14="http://schemas.microsoft.com/office/powerpoint/2010/main" val="40543683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0417D0-C463-7F38-0653-B380B6DCFA9F}"/>
              </a:ext>
            </a:extLst>
          </p:cNvPr>
          <p:cNvPicPr>
            <a:picLocks noChangeAspect="1"/>
          </p:cNvPicPr>
          <p:nvPr/>
        </p:nvPicPr>
        <p:blipFill>
          <a:blip r:embed="rId2"/>
          <a:stretch>
            <a:fillRect/>
          </a:stretch>
        </p:blipFill>
        <p:spPr>
          <a:xfrm>
            <a:off x="1051034" y="857024"/>
            <a:ext cx="7035239" cy="4240037"/>
          </a:xfrm>
          <a:prstGeom prst="rect">
            <a:avLst/>
          </a:prstGeom>
        </p:spPr>
      </p:pic>
      <p:sp>
        <p:nvSpPr>
          <p:cNvPr id="13" name="Title 1"/>
          <p:cNvSpPr txBox="1">
            <a:spLocks/>
          </p:cNvSpPr>
          <p:nvPr/>
        </p:nvSpPr>
        <p:spPr>
          <a:xfrm>
            <a:off x="113541" y="124301"/>
            <a:ext cx="7599475"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a:solidFill>
                  <a:srgbClr val="16693F"/>
                </a:solidFill>
                <a:latin typeface="Arial" panose="020B0604020202020204" pitchFamily="34" charset="0"/>
                <a:cs typeface="Arial" panose="020B0604020202020204" pitchFamily="34" charset="0"/>
              </a:rPr>
              <a:t>Users Can Change the Gray Threshold with a Slider</a:t>
            </a:r>
          </a:p>
        </p:txBody>
      </p:sp>
      <p:sp>
        <p:nvSpPr>
          <p:cNvPr id="2" name="TextBox 1"/>
          <p:cNvSpPr txBox="1"/>
          <p:nvPr/>
        </p:nvSpPr>
        <p:spPr>
          <a:xfrm>
            <a:off x="3705863" y="1446006"/>
            <a:ext cx="3223946" cy="461665"/>
          </a:xfrm>
          <a:prstGeom prst="rect">
            <a:avLst/>
          </a:prstGeom>
          <a:noFill/>
        </p:spPr>
        <p:txBody>
          <a:bodyPr wrap="square" rtlCol="0">
            <a:spAutoFit/>
          </a:bodyPr>
          <a:lstStyle/>
          <a:p>
            <a:r>
              <a:rPr lang="en-US" sz="1200" b="1" dirty="0"/>
              <a:t>Normalization Factor = 5.21</a:t>
            </a:r>
          </a:p>
          <a:p>
            <a:r>
              <a:rPr lang="en-US" sz="1200" b="1" dirty="0"/>
              <a:t>Gray Threshold = 25%</a:t>
            </a:r>
          </a:p>
        </p:txBody>
      </p:sp>
    </p:spTree>
    <p:extLst>
      <p:ext uri="{BB962C8B-B14F-4D97-AF65-F5344CB8AC3E}">
        <p14:creationId xmlns:p14="http://schemas.microsoft.com/office/powerpoint/2010/main" val="974217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A564FE-FC29-29CD-FD80-723D4804D769}"/>
              </a:ext>
            </a:extLst>
          </p:cNvPr>
          <p:cNvPicPr>
            <a:picLocks noChangeAspect="1"/>
          </p:cNvPicPr>
          <p:nvPr/>
        </p:nvPicPr>
        <p:blipFill>
          <a:blip r:embed="rId2"/>
          <a:stretch>
            <a:fillRect/>
          </a:stretch>
        </p:blipFill>
        <p:spPr>
          <a:xfrm>
            <a:off x="1043480" y="862836"/>
            <a:ext cx="7018480" cy="4229936"/>
          </a:xfrm>
          <a:prstGeom prst="rect">
            <a:avLst/>
          </a:prstGeom>
        </p:spPr>
      </p:pic>
      <p:sp>
        <p:nvSpPr>
          <p:cNvPr id="13" name="Title 1"/>
          <p:cNvSpPr txBox="1">
            <a:spLocks/>
          </p:cNvSpPr>
          <p:nvPr/>
        </p:nvSpPr>
        <p:spPr>
          <a:xfrm>
            <a:off x="113541" y="119885"/>
            <a:ext cx="7599475"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Users Can Change the Gray Threshold with a Slider</a:t>
            </a:r>
          </a:p>
        </p:txBody>
      </p:sp>
      <p:sp>
        <p:nvSpPr>
          <p:cNvPr id="2" name="TextBox 1"/>
          <p:cNvSpPr txBox="1"/>
          <p:nvPr/>
        </p:nvSpPr>
        <p:spPr>
          <a:xfrm>
            <a:off x="3705865" y="1446007"/>
            <a:ext cx="3289261" cy="461665"/>
          </a:xfrm>
          <a:prstGeom prst="rect">
            <a:avLst/>
          </a:prstGeom>
          <a:noFill/>
        </p:spPr>
        <p:txBody>
          <a:bodyPr wrap="square" rtlCol="0">
            <a:spAutoFit/>
          </a:bodyPr>
          <a:lstStyle/>
          <a:p>
            <a:r>
              <a:rPr lang="en-US" sz="1200" b="1" dirty="0"/>
              <a:t>Normalization Factor = 5.21</a:t>
            </a:r>
          </a:p>
          <a:p>
            <a:r>
              <a:rPr lang="en-US" sz="1200" b="1" dirty="0"/>
              <a:t>Gray Threshold = 50%</a:t>
            </a:r>
          </a:p>
        </p:txBody>
      </p:sp>
    </p:spTree>
    <p:extLst>
      <p:ext uri="{BB962C8B-B14F-4D97-AF65-F5344CB8AC3E}">
        <p14:creationId xmlns:p14="http://schemas.microsoft.com/office/powerpoint/2010/main" val="51735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38C2C5-8ECE-79EF-90C6-B58CCAE9A4E9}"/>
              </a:ext>
            </a:extLst>
          </p:cNvPr>
          <p:cNvPicPr>
            <a:picLocks noChangeAspect="1"/>
          </p:cNvPicPr>
          <p:nvPr/>
        </p:nvPicPr>
        <p:blipFill>
          <a:blip r:embed="rId2"/>
          <a:stretch>
            <a:fillRect/>
          </a:stretch>
        </p:blipFill>
        <p:spPr>
          <a:xfrm>
            <a:off x="1053136" y="869625"/>
            <a:ext cx="7016707" cy="4228868"/>
          </a:xfrm>
          <a:prstGeom prst="rect">
            <a:avLst/>
          </a:prstGeom>
        </p:spPr>
      </p:pic>
      <p:sp>
        <p:nvSpPr>
          <p:cNvPr id="13" name="Title 1"/>
          <p:cNvSpPr txBox="1">
            <a:spLocks/>
          </p:cNvSpPr>
          <p:nvPr/>
        </p:nvSpPr>
        <p:spPr>
          <a:xfrm>
            <a:off x="115911" y="129087"/>
            <a:ext cx="7586596"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Gray Edges Can Also Be Shown as Dashed Lines to Facilitate Visualization by Color Blind Users</a:t>
            </a:r>
          </a:p>
        </p:txBody>
      </p:sp>
      <p:sp>
        <p:nvSpPr>
          <p:cNvPr id="2" name="TextBox 1"/>
          <p:cNvSpPr txBox="1"/>
          <p:nvPr/>
        </p:nvSpPr>
        <p:spPr>
          <a:xfrm>
            <a:off x="3716374" y="1456518"/>
            <a:ext cx="3161092" cy="461665"/>
          </a:xfrm>
          <a:prstGeom prst="rect">
            <a:avLst/>
          </a:prstGeom>
          <a:noFill/>
        </p:spPr>
        <p:txBody>
          <a:bodyPr wrap="square" rtlCol="0">
            <a:spAutoFit/>
          </a:bodyPr>
          <a:lstStyle/>
          <a:p>
            <a:r>
              <a:rPr lang="en-US" sz="1200" b="1" dirty="0"/>
              <a:t>Normalization Factor =  5.21</a:t>
            </a:r>
          </a:p>
          <a:p>
            <a:r>
              <a:rPr lang="en-US" sz="1200" b="1" dirty="0"/>
              <a:t>Gray Threshold =  5%</a:t>
            </a:r>
          </a:p>
        </p:txBody>
      </p:sp>
    </p:spTree>
    <p:extLst>
      <p:ext uri="{BB962C8B-B14F-4D97-AF65-F5344CB8AC3E}">
        <p14:creationId xmlns:p14="http://schemas.microsoft.com/office/powerpoint/2010/main" val="3941059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167DA0-BFD7-6260-9160-AF24ED60E921}"/>
              </a:ext>
            </a:extLst>
          </p:cNvPr>
          <p:cNvPicPr>
            <a:picLocks noChangeAspect="1"/>
          </p:cNvPicPr>
          <p:nvPr/>
        </p:nvPicPr>
        <p:blipFill>
          <a:blip r:embed="rId2"/>
          <a:stretch>
            <a:fillRect/>
          </a:stretch>
        </p:blipFill>
        <p:spPr>
          <a:xfrm>
            <a:off x="1043308" y="863873"/>
            <a:ext cx="6997262" cy="4217149"/>
          </a:xfrm>
          <a:prstGeom prst="rect">
            <a:avLst/>
          </a:prstGeom>
        </p:spPr>
      </p:pic>
      <p:sp>
        <p:nvSpPr>
          <p:cNvPr id="13" name="Title 1"/>
          <p:cNvSpPr txBox="1">
            <a:spLocks/>
          </p:cNvSpPr>
          <p:nvPr/>
        </p:nvSpPr>
        <p:spPr>
          <a:xfrm>
            <a:off x="115910" y="129087"/>
            <a:ext cx="8852059" cy="734786"/>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Nodes Can Display the Measured and/or Simulated Expression Data Uploaded by the User as Individual Heat Maps</a:t>
            </a:r>
          </a:p>
        </p:txBody>
      </p:sp>
      <p:sp>
        <p:nvSpPr>
          <p:cNvPr id="7" name="TextBox 6"/>
          <p:cNvSpPr txBox="1"/>
          <p:nvPr/>
        </p:nvSpPr>
        <p:spPr>
          <a:xfrm>
            <a:off x="3760343" y="1435496"/>
            <a:ext cx="4724142" cy="461665"/>
          </a:xfrm>
          <a:prstGeom prst="rect">
            <a:avLst/>
          </a:prstGeom>
          <a:noFill/>
        </p:spPr>
        <p:txBody>
          <a:bodyPr wrap="square" lIns="91440" tIns="45720" rIns="91440" bIns="45720" rtlCol="0" anchor="t">
            <a:spAutoFit/>
          </a:bodyPr>
          <a:lstStyle/>
          <a:p>
            <a:r>
              <a:rPr lang="en-US" sz="1200" b="1" dirty="0"/>
              <a:t>Top = wild type yeast microarray data (Dahlquist lab)</a:t>
            </a:r>
          </a:p>
          <a:p>
            <a:r>
              <a:rPr lang="en-US" sz="1200" b="1" dirty="0"/>
              <a:t>Bottom = wild type yeast model simulated data</a:t>
            </a:r>
          </a:p>
        </p:txBody>
      </p:sp>
    </p:spTree>
    <p:extLst>
      <p:ext uri="{BB962C8B-B14F-4D97-AF65-F5344CB8AC3E}">
        <p14:creationId xmlns:p14="http://schemas.microsoft.com/office/powerpoint/2010/main" val="3061394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72D191-A2E8-BE4B-E6DB-4A01857DB482}"/>
              </a:ext>
            </a:extLst>
          </p:cNvPr>
          <p:cNvPicPr>
            <a:picLocks noChangeAspect="1"/>
          </p:cNvPicPr>
          <p:nvPr/>
        </p:nvPicPr>
        <p:blipFill>
          <a:blip r:embed="rId2"/>
          <a:stretch>
            <a:fillRect/>
          </a:stretch>
        </p:blipFill>
        <p:spPr>
          <a:xfrm>
            <a:off x="1055420" y="849200"/>
            <a:ext cx="7033160" cy="4238784"/>
          </a:xfrm>
          <a:prstGeom prst="rect">
            <a:avLst/>
          </a:prstGeom>
        </p:spPr>
      </p:pic>
      <p:sp>
        <p:nvSpPr>
          <p:cNvPr id="3" name="Title 1"/>
          <p:cNvSpPr txBox="1">
            <a:spLocks/>
          </p:cNvSpPr>
          <p:nvPr/>
        </p:nvSpPr>
        <p:spPr>
          <a:xfrm>
            <a:off x="115911" y="129086"/>
            <a:ext cx="7893256"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latin typeface="Arial" panose="020B0604020202020204" pitchFamily="34" charset="0"/>
                <a:cs typeface="Arial" panose="020B0604020202020204" pitchFamily="34" charset="0"/>
              </a:rPr>
              <a:t>Additional datasets from a backend PostgreSQL expression database can be used to color nodes</a:t>
            </a:r>
          </a:p>
        </p:txBody>
      </p:sp>
      <p:sp>
        <p:nvSpPr>
          <p:cNvPr id="4" name="Rectangle 3"/>
          <p:cNvSpPr/>
          <p:nvPr/>
        </p:nvSpPr>
        <p:spPr>
          <a:xfrm>
            <a:off x="2029893" y="2687362"/>
            <a:ext cx="1038497" cy="1832066"/>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96997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95228F1-51F8-EA26-EECA-40E897040C26}"/>
              </a:ext>
            </a:extLst>
          </p:cNvPr>
          <p:cNvPicPr>
            <a:picLocks noChangeAspect="1"/>
          </p:cNvPicPr>
          <p:nvPr/>
        </p:nvPicPr>
        <p:blipFill>
          <a:blip r:embed="rId2"/>
          <a:srcRect l="109" t="13928" b="2752"/>
          <a:stretch>
            <a:fillRect/>
          </a:stretch>
        </p:blipFill>
        <p:spPr>
          <a:xfrm>
            <a:off x="1143000" y="871568"/>
            <a:ext cx="6850491" cy="4136420"/>
          </a:xfrm>
          <a:prstGeom prst="rect">
            <a:avLst/>
          </a:prstGeom>
        </p:spPr>
      </p:pic>
      <p:sp>
        <p:nvSpPr>
          <p:cNvPr id="4" name="Title 1">
            <a:extLst>
              <a:ext uri="{FF2B5EF4-FFF2-40B4-BE49-F238E27FC236}">
                <a16:creationId xmlns:a16="http://schemas.microsoft.com/office/drawing/2014/main" id="{6A389DF7-E2FD-D00F-95A6-19FAEBD9DD87}"/>
              </a:ext>
            </a:extLst>
          </p:cNvPr>
          <p:cNvSpPr txBox="1">
            <a:spLocks/>
          </p:cNvSpPr>
          <p:nvPr/>
        </p:nvSpPr>
        <p:spPr>
          <a:xfrm>
            <a:off x="103032" y="135512"/>
            <a:ext cx="7637172" cy="742950"/>
          </a:xfrm>
          <a:prstGeom prst="rect">
            <a:avLst/>
          </a:prstGeom>
        </p:spPr>
        <p:txBody>
          <a:bodyPr lIns="91440" tIns="45720" rIns="91440" bIns="45720" anchor="t">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000" b="1" dirty="0">
                <a:solidFill>
                  <a:srgbClr val="16693F"/>
                </a:solidFill>
              </a:rPr>
              <a:t>Network and expression data can be exported to a </a:t>
            </a:r>
            <a:r>
              <a:rPr lang="en-US" sz="2000" b="1" dirty="0" err="1">
                <a:solidFill>
                  <a:srgbClr val="16693F"/>
                </a:solidFill>
              </a:rPr>
              <a:t>GRNmap</a:t>
            </a:r>
            <a:r>
              <a:rPr lang="en-US" sz="2000" b="1" dirty="0">
                <a:solidFill>
                  <a:srgbClr val="16693F"/>
                </a:solidFill>
              </a:rPr>
              <a:t>-compatible Excel Workbook for modeling</a:t>
            </a:r>
            <a:endParaRPr lang="en-US" sz="2000" b="1" dirty="0">
              <a:solidFill>
                <a:srgbClr val="16693F"/>
              </a:solidFill>
              <a:cs typeface="Arial"/>
            </a:endParaRPr>
          </a:p>
        </p:txBody>
      </p:sp>
      <p:sp>
        <p:nvSpPr>
          <p:cNvPr id="5" name="Rectangle 4">
            <a:extLst>
              <a:ext uri="{FF2B5EF4-FFF2-40B4-BE49-F238E27FC236}">
                <a16:creationId xmlns:a16="http://schemas.microsoft.com/office/drawing/2014/main" id="{AA2B0C7A-FC5E-3BA1-AB65-A779BAB4BD5C}"/>
              </a:ext>
            </a:extLst>
          </p:cNvPr>
          <p:cNvSpPr/>
          <p:nvPr/>
        </p:nvSpPr>
        <p:spPr>
          <a:xfrm>
            <a:off x="3679794" y="2143298"/>
            <a:ext cx="1524740" cy="819625"/>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0746290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7B5142E-FFF4-6CE5-F2BD-FFB5463443FA}"/>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E24AD311-2CEF-2D4A-60B4-0EB94583F2C3}"/>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A61A4342-1B81-7760-FE30-9C40F78B9AB3}"/>
              </a:ext>
            </a:extLst>
          </p:cNvPr>
          <p:cNvSpPr>
            <a:spLocks noGrp="1"/>
          </p:cNvSpPr>
          <p:nvPr>
            <p:ph type="body" idx="1"/>
          </p:nvPr>
        </p:nvSpPr>
        <p:spPr>
          <a:xfrm>
            <a:off x="297293" y="585777"/>
            <a:ext cx="8195543" cy="4372102"/>
          </a:xfrm>
        </p:spPr>
        <p:txBody>
          <a:bodyPr>
            <a:normAutofit/>
          </a:bodyPr>
          <a:lstStyle/>
          <a:p>
            <a:pPr>
              <a:lnSpc>
                <a:spcPct val="114999"/>
              </a:lnSpc>
            </a:pPr>
            <a:r>
              <a:rPr lang="en-US" dirty="0">
                <a:solidFill>
                  <a:schemeClr val="bg2">
                    <a:lumMod val="40000"/>
                    <a:lumOff val="60000"/>
                  </a:schemeClr>
                </a:solidFill>
              </a:rPr>
              <a:t>GRNsight is an open-source tool that allows for easier visualization </a:t>
            </a:r>
          </a:p>
          <a:p>
            <a:pPr>
              <a:lnSpc>
                <a:spcPct val="114999"/>
              </a:lnSpc>
              <a:buNone/>
            </a:pPr>
            <a:r>
              <a:rPr lang="en-US" dirty="0">
                <a:solidFill>
                  <a:schemeClr val="bg2">
                    <a:lumMod val="40000"/>
                    <a:lumOff val="60000"/>
                  </a:schemeClr>
                </a:solidFill>
              </a:rPr>
              <a:t>     of Gene Regulatory Network (GRN) and Protein-Protein Interactions (PPI).</a:t>
            </a:r>
          </a:p>
          <a:p>
            <a:pPr>
              <a:lnSpc>
                <a:spcPct val="114999"/>
              </a:lnSpc>
            </a:pPr>
            <a:r>
              <a:rPr lang="en-US" dirty="0">
                <a:solidFill>
                  <a:schemeClr val="bg2">
                    <a:lumMod val="40000"/>
                    <a:lumOff val="60000"/>
                  </a:schemeClr>
                </a:solidFill>
              </a:rPr>
              <a:t>GRNsight is an integral part of a data analysis workflow for biologists who model GRNs. </a:t>
            </a:r>
          </a:p>
          <a:p>
            <a:pPr>
              <a:lnSpc>
                <a:spcPct val="114999"/>
              </a:lnSpc>
            </a:pPr>
            <a:r>
              <a:rPr lang="en-US" dirty="0" err="1">
                <a:solidFill>
                  <a:schemeClr val="tx1"/>
                </a:solidFill>
              </a:rPr>
              <a:t>GRNsight’s</a:t>
            </a:r>
            <a:r>
              <a:rPr lang="en-US" dirty="0">
                <a:solidFill>
                  <a:schemeClr val="tx1"/>
                </a:solidFill>
              </a:rPr>
              <a:t> interface was originally built using older web tools, leading to repeated code and difficult user interface updates.</a:t>
            </a:r>
            <a:endParaRPr lang="en-US" dirty="0">
              <a:solidFill>
                <a:schemeClr val="bg2">
                  <a:lumMod val="40000"/>
                  <a:lumOff val="60000"/>
                </a:schemeClr>
              </a:solidFill>
            </a:endParaRPr>
          </a:p>
          <a:p>
            <a:pPr>
              <a:lnSpc>
                <a:spcPct val="114999"/>
              </a:lnSpc>
            </a:pPr>
            <a:r>
              <a:rPr lang="en-US" dirty="0">
                <a:solidFill>
                  <a:schemeClr val="tx1"/>
                </a:solidFill>
              </a:rPr>
              <a:t>I have migrated </a:t>
            </a:r>
            <a:r>
              <a:rPr lang="en-US" dirty="0" err="1">
                <a:solidFill>
                  <a:schemeClr val="tx1"/>
                </a:solidFill>
              </a:rPr>
              <a:t>GRNsight’s</a:t>
            </a:r>
            <a:r>
              <a:rPr lang="en-US" dirty="0">
                <a:solidFill>
                  <a:schemeClr val="tx1"/>
                </a:solidFill>
              </a:rPr>
              <a:t> user interface to React Vite and Grommet UI which are modern, scalable, and industry-standard frameworks.</a:t>
            </a:r>
          </a:p>
          <a:p>
            <a:pPr>
              <a:lnSpc>
                <a:spcPct val="114999"/>
              </a:lnSpc>
            </a:pPr>
            <a:r>
              <a:rPr lang="en-US" dirty="0">
                <a:solidFill>
                  <a:schemeClr val="bg2">
                    <a:lumMod val="40000"/>
                    <a:lumOff val="60000"/>
                  </a:schemeClr>
                </a:solidFill>
              </a:rPr>
              <a:t>GRNsight React migration has resulted in user interface improvements and bug fixes that enhance the user experience for biologists.</a:t>
            </a:r>
          </a:p>
        </p:txBody>
      </p:sp>
    </p:spTree>
    <p:extLst>
      <p:ext uri="{BB962C8B-B14F-4D97-AF65-F5344CB8AC3E}">
        <p14:creationId xmlns:p14="http://schemas.microsoft.com/office/powerpoint/2010/main" val="3922304285"/>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26870B-1C37-57A4-4970-C2C5B74F06E6}"/>
              </a:ext>
            </a:extLst>
          </p:cNvPr>
          <p:cNvSpPr txBox="1"/>
          <p:nvPr/>
        </p:nvSpPr>
        <p:spPr>
          <a:xfrm>
            <a:off x="176414" y="135974"/>
            <a:ext cx="8799384" cy="707886"/>
          </a:xfrm>
          <a:prstGeom prst="rect">
            <a:avLst/>
          </a:prstGeom>
          <a:noFill/>
        </p:spPr>
        <p:txBody>
          <a:bodyPr wrap="square" lIns="91440" tIns="45720" rIns="91440" bIns="45720" anchor="t">
            <a:spAutoFit/>
          </a:bodyPr>
          <a:lstStyle/>
          <a:p>
            <a:r>
              <a:rPr lang="en-US" sz="2000" b="1" dirty="0">
                <a:solidFill>
                  <a:srgbClr val="16693F"/>
                </a:solidFill>
                <a:ea typeface="Sans Serif Collection"/>
                <a:cs typeface="Sans Serif Collection"/>
              </a:rPr>
              <a:t>GRNsight separates what users see (frontend), </a:t>
            </a:r>
          </a:p>
          <a:p>
            <a:r>
              <a:rPr lang="en-US" sz="2000" b="1" dirty="0">
                <a:solidFill>
                  <a:srgbClr val="16693F"/>
                </a:solidFill>
                <a:ea typeface="Sans Serif Collection"/>
                <a:cs typeface="Sans Serif Collection"/>
              </a:rPr>
              <a:t>from how the data is handled (backend)</a:t>
            </a:r>
            <a:endParaRPr lang="en-US" dirty="0"/>
          </a:p>
        </p:txBody>
      </p:sp>
      <p:grpSp>
        <p:nvGrpSpPr>
          <p:cNvPr id="80" name="Group 79">
            <a:extLst>
              <a:ext uri="{FF2B5EF4-FFF2-40B4-BE49-F238E27FC236}">
                <a16:creationId xmlns:a16="http://schemas.microsoft.com/office/drawing/2014/main" id="{1A38F137-26F0-4ABB-D5A5-DD080C726ED2}"/>
              </a:ext>
            </a:extLst>
          </p:cNvPr>
          <p:cNvGrpSpPr/>
          <p:nvPr/>
        </p:nvGrpSpPr>
        <p:grpSpPr>
          <a:xfrm>
            <a:off x="176414" y="1239938"/>
            <a:ext cx="2596616" cy="2663623"/>
            <a:chOff x="488611" y="854374"/>
            <a:chExt cx="2596616" cy="2663623"/>
          </a:xfrm>
        </p:grpSpPr>
        <p:sp>
          <p:nvSpPr>
            <p:cNvPr id="2" name="Rectangle 1">
              <a:extLst>
                <a:ext uri="{FF2B5EF4-FFF2-40B4-BE49-F238E27FC236}">
                  <a16:creationId xmlns:a16="http://schemas.microsoft.com/office/drawing/2014/main" id="{01B63C8B-CD39-DD0B-024D-40C635A21BC5}"/>
                </a:ext>
              </a:extLst>
            </p:cNvPr>
            <p:cNvSpPr/>
            <p:nvPr/>
          </p:nvSpPr>
          <p:spPr>
            <a:xfrm>
              <a:off x="488611" y="1172666"/>
              <a:ext cx="2596616" cy="234533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693364-5305-CCEB-D74F-06FD2768E575}"/>
                </a:ext>
              </a:extLst>
            </p:cNvPr>
            <p:cNvSpPr/>
            <p:nvPr/>
          </p:nvSpPr>
          <p:spPr>
            <a:xfrm>
              <a:off x="886479" y="1513850"/>
              <a:ext cx="1800880" cy="1662962"/>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3CED2D9-8315-7CC8-1D24-A6AFD63EFB2C}"/>
                </a:ext>
              </a:extLst>
            </p:cNvPr>
            <p:cNvSpPr txBox="1"/>
            <p:nvPr/>
          </p:nvSpPr>
          <p:spPr>
            <a:xfrm>
              <a:off x="886479" y="1975999"/>
              <a:ext cx="1800880" cy="492443"/>
            </a:xfrm>
            <a:prstGeom prst="rect">
              <a:avLst/>
            </a:prstGeom>
            <a:noFill/>
          </p:spPr>
          <p:txBody>
            <a:bodyPr wrap="square" rtlCol="0">
              <a:spAutoFit/>
            </a:bodyPr>
            <a:lstStyle/>
            <a:p>
              <a:pPr algn="ctr"/>
              <a:r>
                <a:rPr lang="en-US" sz="1300"/>
                <a:t>Embedded graphical </a:t>
              </a:r>
            </a:p>
            <a:p>
              <a:pPr algn="ctr"/>
              <a:r>
                <a:rPr lang="en-US" sz="1300"/>
                <a:t>user interface</a:t>
              </a:r>
            </a:p>
          </p:txBody>
        </p:sp>
        <p:sp>
          <p:nvSpPr>
            <p:cNvPr id="7" name="TextBox 6">
              <a:extLst>
                <a:ext uri="{FF2B5EF4-FFF2-40B4-BE49-F238E27FC236}">
                  <a16:creationId xmlns:a16="http://schemas.microsoft.com/office/drawing/2014/main" id="{0B08612F-C2DB-E854-6866-2C26A3A3A2D8}"/>
                </a:ext>
              </a:extLst>
            </p:cNvPr>
            <p:cNvSpPr txBox="1"/>
            <p:nvPr/>
          </p:nvSpPr>
          <p:spPr>
            <a:xfrm>
              <a:off x="488611" y="854374"/>
              <a:ext cx="1689197" cy="292388"/>
            </a:xfrm>
            <a:prstGeom prst="rect">
              <a:avLst/>
            </a:prstGeom>
            <a:noFill/>
          </p:spPr>
          <p:txBody>
            <a:bodyPr wrap="square" rtlCol="0">
              <a:spAutoFit/>
            </a:bodyPr>
            <a:lstStyle/>
            <a:p>
              <a:r>
                <a:rPr lang="en-US" sz="1300"/>
                <a:t>Web Browser</a:t>
              </a:r>
            </a:p>
          </p:txBody>
        </p:sp>
        <p:sp>
          <p:nvSpPr>
            <p:cNvPr id="8" name="TextBox 7">
              <a:extLst>
                <a:ext uri="{FF2B5EF4-FFF2-40B4-BE49-F238E27FC236}">
                  <a16:creationId xmlns:a16="http://schemas.microsoft.com/office/drawing/2014/main" id="{7A04544B-F1F3-56D4-8B54-6B2CFA68AA80}"/>
                </a:ext>
              </a:extLst>
            </p:cNvPr>
            <p:cNvSpPr txBox="1"/>
            <p:nvPr/>
          </p:nvSpPr>
          <p:spPr>
            <a:xfrm>
              <a:off x="886480" y="1221462"/>
              <a:ext cx="1800880" cy="292388"/>
            </a:xfrm>
            <a:prstGeom prst="rect">
              <a:avLst/>
            </a:prstGeom>
            <a:noFill/>
          </p:spPr>
          <p:txBody>
            <a:bodyPr wrap="square" rtlCol="0">
              <a:spAutoFit/>
            </a:bodyPr>
            <a:lstStyle/>
            <a:p>
              <a:pPr algn="ctr"/>
              <a:r>
                <a:rPr lang="en-US" sz="1300"/>
                <a:t>Host web page</a:t>
              </a:r>
            </a:p>
          </p:txBody>
        </p:sp>
      </p:grpSp>
      <p:grpSp>
        <p:nvGrpSpPr>
          <p:cNvPr id="11" name="Group 10">
            <a:extLst>
              <a:ext uri="{FF2B5EF4-FFF2-40B4-BE49-F238E27FC236}">
                <a16:creationId xmlns:a16="http://schemas.microsoft.com/office/drawing/2014/main" id="{C4190B3B-0AA8-0311-6E14-97F0FFEAA686}"/>
              </a:ext>
            </a:extLst>
          </p:cNvPr>
          <p:cNvGrpSpPr/>
          <p:nvPr/>
        </p:nvGrpSpPr>
        <p:grpSpPr>
          <a:xfrm>
            <a:off x="5147366" y="1429099"/>
            <a:ext cx="1671208" cy="589734"/>
            <a:chOff x="4389352" y="1086898"/>
            <a:chExt cx="1800880" cy="642364"/>
          </a:xfrm>
        </p:grpSpPr>
        <p:sp>
          <p:nvSpPr>
            <p:cNvPr id="9" name="Rectangle 8">
              <a:extLst>
                <a:ext uri="{FF2B5EF4-FFF2-40B4-BE49-F238E27FC236}">
                  <a16:creationId xmlns:a16="http://schemas.microsoft.com/office/drawing/2014/main" id="{1ADCCA34-81EE-9EA1-6F03-5C1C7A48FA9A}"/>
                </a:ext>
              </a:extLst>
            </p:cNvPr>
            <p:cNvSpPr/>
            <p:nvPr/>
          </p:nvSpPr>
          <p:spPr>
            <a:xfrm>
              <a:off x="4389352" y="1086898"/>
              <a:ext cx="1800880" cy="64236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535C1E9-A58F-E7EE-37DA-5E35B27A0C10}"/>
                </a:ext>
              </a:extLst>
            </p:cNvPr>
            <p:cNvSpPr txBox="1"/>
            <p:nvPr/>
          </p:nvSpPr>
          <p:spPr>
            <a:xfrm>
              <a:off x="4389352" y="1155332"/>
              <a:ext cx="1800880" cy="523220"/>
            </a:xfrm>
            <a:prstGeom prst="rect">
              <a:avLst/>
            </a:prstGeom>
            <a:noFill/>
          </p:spPr>
          <p:txBody>
            <a:bodyPr wrap="square" rtlCol="0" anchor="ctr">
              <a:spAutoFit/>
            </a:bodyPr>
            <a:lstStyle/>
            <a:p>
              <a:pPr algn="ctr"/>
              <a:r>
                <a:rPr lang="en-US"/>
                <a:t>GRNsight web </a:t>
              </a:r>
            </a:p>
            <a:p>
              <a:pPr algn="ctr"/>
              <a:r>
                <a:rPr lang="en-US"/>
                <a:t>API server</a:t>
              </a:r>
            </a:p>
          </p:txBody>
        </p:sp>
      </p:grpSp>
      <p:grpSp>
        <p:nvGrpSpPr>
          <p:cNvPr id="12" name="Group 11">
            <a:extLst>
              <a:ext uri="{FF2B5EF4-FFF2-40B4-BE49-F238E27FC236}">
                <a16:creationId xmlns:a16="http://schemas.microsoft.com/office/drawing/2014/main" id="{2B26C844-81C6-4A57-74D2-530B8711458E}"/>
              </a:ext>
            </a:extLst>
          </p:cNvPr>
          <p:cNvGrpSpPr/>
          <p:nvPr/>
        </p:nvGrpSpPr>
        <p:grpSpPr>
          <a:xfrm>
            <a:off x="5147365" y="3488293"/>
            <a:ext cx="1673352" cy="605623"/>
            <a:chOff x="4389352" y="1086898"/>
            <a:chExt cx="1673352" cy="605623"/>
          </a:xfrm>
        </p:grpSpPr>
        <p:sp>
          <p:nvSpPr>
            <p:cNvPr id="13" name="Rectangle 12">
              <a:extLst>
                <a:ext uri="{FF2B5EF4-FFF2-40B4-BE49-F238E27FC236}">
                  <a16:creationId xmlns:a16="http://schemas.microsoft.com/office/drawing/2014/main" id="{A3FC298E-5E12-EF0F-E709-981E73148169}"/>
                </a:ext>
              </a:extLst>
            </p:cNvPr>
            <p:cNvSpPr/>
            <p:nvPr/>
          </p:nvSpPr>
          <p:spPr>
            <a:xfrm>
              <a:off x="4389352" y="1086898"/>
              <a:ext cx="1673352" cy="59436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0BD4CB6-450A-101C-2690-5C682A418576}"/>
                </a:ext>
              </a:extLst>
            </p:cNvPr>
            <p:cNvSpPr txBox="1"/>
            <p:nvPr/>
          </p:nvSpPr>
          <p:spPr>
            <a:xfrm>
              <a:off x="4389352" y="1098161"/>
              <a:ext cx="1671209" cy="594360"/>
            </a:xfrm>
            <a:prstGeom prst="rect">
              <a:avLst/>
            </a:prstGeom>
            <a:noFill/>
          </p:spPr>
          <p:txBody>
            <a:bodyPr wrap="square" rtlCol="0" anchor="ctr">
              <a:spAutoFit/>
            </a:bodyPr>
            <a:lstStyle/>
            <a:p>
              <a:pPr algn="ctr"/>
              <a:r>
                <a:rPr lang="en-US" err="1"/>
                <a:t>GRNsight</a:t>
              </a:r>
              <a:r>
                <a:rPr lang="en-US"/>
                <a:t> web </a:t>
              </a:r>
            </a:p>
            <a:p>
              <a:pPr algn="ctr"/>
              <a:r>
                <a:rPr lang="en-US"/>
                <a:t>application server</a:t>
              </a:r>
            </a:p>
          </p:txBody>
        </p:sp>
      </p:grpSp>
      <p:cxnSp>
        <p:nvCxnSpPr>
          <p:cNvPr id="16" name="Curved Connector 15">
            <a:extLst>
              <a:ext uri="{FF2B5EF4-FFF2-40B4-BE49-F238E27FC236}">
                <a16:creationId xmlns:a16="http://schemas.microsoft.com/office/drawing/2014/main" id="{E6662E53-7E14-AD1C-7454-6E983D78DA21}"/>
              </a:ext>
            </a:extLst>
          </p:cNvPr>
          <p:cNvCxnSpPr>
            <a:cxnSpLocks/>
          </p:cNvCxnSpPr>
          <p:nvPr/>
        </p:nvCxnSpPr>
        <p:spPr>
          <a:xfrm flipV="1">
            <a:off x="2196127" y="1488094"/>
            <a:ext cx="2951238" cy="403869"/>
          </a:xfrm>
          <a:prstGeom prst="curvedConnector3">
            <a:avLst>
              <a:gd name="adj1" fmla="val 25402"/>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31" name="Curved Connector 30">
            <a:extLst>
              <a:ext uri="{FF2B5EF4-FFF2-40B4-BE49-F238E27FC236}">
                <a16:creationId xmlns:a16="http://schemas.microsoft.com/office/drawing/2014/main" id="{56531CA2-5F56-0024-AED5-0B32EEF8EAFF}"/>
              </a:ext>
            </a:extLst>
          </p:cNvPr>
          <p:cNvCxnSpPr>
            <a:cxnSpLocks/>
            <a:stCxn id="10" idx="1"/>
            <a:endCxn id="5" idx="3"/>
          </p:cNvCxnSpPr>
          <p:nvPr/>
        </p:nvCxnSpPr>
        <p:spPr>
          <a:xfrm rot="10800000" flipV="1">
            <a:off x="2375162" y="1732101"/>
            <a:ext cx="2772204" cy="875683"/>
          </a:xfrm>
          <a:prstGeom prst="curvedConnector3">
            <a:avLst>
              <a:gd name="adj1" fmla="val 1777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35" name="TextBox 34">
            <a:extLst>
              <a:ext uri="{FF2B5EF4-FFF2-40B4-BE49-F238E27FC236}">
                <a16:creationId xmlns:a16="http://schemas.microsoft.com/office/drawing/2014/main" id="{B81CAF98-AC18-1C7C-4FEC-A974E7EF2672}"/>
              </a:ext>
            </a:extLst>
          </p:cNvPr>
          <p:cNvSpPr txBox="1"/>
          <p:nvPr/>
        </p:nvSpPr>
        <p:spPr>
          <a:xfrm rot="21331946">
            <a:off x="3036239" y="1514294"/>
            <a:ext cx="1654658" cy="276999"/>
          </a:xfrm>
          <a:prstGeom prst="rect">
            <a:avLst/>
          </a:prstGeom>
          <a:noFill/>
        </p:spPr>
        <p:txBody>
          <a:bodyPr wrap="square" rtlCol="0">
            <a:spAutoFit/>
          </a:bodyPr>
          <a:lstStyle/>
          <a:p>
            <a:r>
              <a:rPr lang="en-US" sz="1200"/>
              <a:t>Excel, SIF, GraphML</a:t>
            </a:r>
          </a:p>
        </p:txBody>
      </p:sp>
      <p:sp>
        <p:nvSpPr>
          <p:cNvPr id="39" name="TextBox 38">
            <a:extLst>
              <a:ext uri="{FF2B5EF4-FFF2-40B4-BE49-F238E27FC236}">
                <a16:creationId xmlns:a16="http://schemas.microsoft.com/office/drawing/2014/main" id="{2CCEBFC5-FCAE-0F51-7A8B-0E7831EA875C}"/>
              </a:ext>
            </a:extLst>
          </p:cNvPr>
          <p:cNvSpPr txBox="1"/>
          <p:nvPr/>
        </p:nvSpPr>
        <p:spPr>
          <a:xfrm rot="21135837">
            <a:off x="2893091" y="2179947"/>
            <a:ext cx="1894322" cy="276999"/>
          </a:xfrm>
          <a:prstGeom prst="rect">
            <a:avLst/>
          </a:prstGeom>
          <a:noFill/>
        </p:spPr>
        <p:txBody>
          <a:bodyPr wrap="square" rtlCol="0">
            <a:spAutoFit/>
          </a:bodyPr>
          <a:lstStyle/>
          <a:p>
            <a:r>
              <a:rPr lang="en-US" sz="1200"/>
              <a:t>graph in JSON format</a:t>
            </a:r>
          </a:p>
        </p:txBody>
      </p:sp>
      <p:sp>
        <p:nvSpPr>
          <p:cNvPr id="40" name="TextBox 39">
            <a:extLst>
              <a:ext uri="{FF2B5EF4-FFF2-40B4-BE49-F238E27FC236}">
                <a16:creationId xmlns:a16="http://schemas.microsoft.com/office/drawing/2014/main" id="{C12B1FB0-B840-6876-29DD-A0C1C79120E0}"/>
              </a:ext>
            </a:extLst>
          </p:cNvPr>
          <p:cNvSpPr txBox="1"/>
          <p:nvPr/>
        </p:nvSpPr>
        <p:spPr>
          <a:xfrm rot="21307305">
            <a:off x="3036745" y="1828995"/>
            <a:ext cx="1654658" cy="276999"/>
          </a:xfrm>
          <a:prstGeom prst="rect">
            <a:avLst/>
          </a:prstGeom>
          <a:noFill/>
        </p:spPr>
        <p:txBody>
          <a:bodyPr wrap="square" rtlCol="0">
            <a:spAutoFit/>
          </a:bodyPr>
          <a:lstStyle/>
          <a:p>
            <a:r>
              <a:rPr lang="en-US" sz="1200" b="1"/>
              <a:t>Open/import cycle</a:t>
            </a:r>
          </a:p>
        </p:txBody>
      </p:sp>
      <p:cxnSp>
        <p:nvCxnSpPr>
          <p:cNvPr id="54" name="Curved Connector 53">
            <a:extLst>
              <a:ext uri="{FF2B5EF4-FFF2-40B4-BE49-F238E27FC236}">
                <a16:creationId xmlns:a16="http://schemas.microsoft.com/office/drawing/2014/main" id="{BFEF1196-56C3-E610-7CAE-508B291A599C}"/>
              </a:ext>
            </a:extLst>
          </p:cNvPr>
          <p:cNvCxnSpPr>
            <a:cxnSpLocks/>
          </p:cNvCxnSpPr>
          <p:nvPr/>
        </p:nvCxnSpPr>
        <p:spPr>
          <a:xfrm rot="10800000" flipV="1">
            <a:off x="2375163" y="2018831"/>
            <a:ext cx="3719444" cy="1469461"/>
          </a:xfrm>
          <a:prstGeom prst="curvedConnector3">
            <a:avLst>
              <a:gd name="adj1" fmla="val -295"/>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65" name="TextBox 64">
            <a:extLst>
              <a:ext uri="{FF2B5EF4-FFF2-40B4-BE49-F238E27FC236}">
                <a16:creationId xmlns:a16="http://schemas.microsoft.com/office/drawing/2014/main" id="{6EAAC26B-8594-D435-E176-E827F41C19C1}"/>
              </a:ext>
            </a:extLst>
          </p:cNvPr>
          <p:cNvSpPr txBox="1"/>
          <p:nvPr/>
        </p:nvSpPr>
        <p:spPr>
          <a:xfrm rot="21193709">
            <a:off x="3315672" y="3141036"/>
            <a:ext cx="1654658" cy="276999"/>
          </a:xfrm>
          <a:prstGeom prst="rect">
            <a:avLst/>
          </a:prstGeom>
          <a:noFill/>
        </p:spPr>
        <p:txBody>
          <a:bodyPr wrap="square" rtlCol="0">
            <a:spAutoFit/>
          </a:bodyPr>
          <a:lstStyle/>
          <a:p>
            <a:r>
              <a:rPr lang="en-US" sz="1200"/>
              <a:t>Excel, SIF, GraphML</a:t>
            </a:r>
          </a:p>
        </p:txBody>
      </p:sp>
      <p:sp>
        <p:nvSpPr>
          <p:cNvPr id="66" name="TextBox 65">
            <a:extLst>
              <a:ext uri="{FF2B5EF4-FFF2-40B4-BE49-F238E27FC236}">
                <a16:creationId xmlns:a16="http://schemas.microsoft.com/office/drawing/2014/main" id="{7C1EC5DE-E5C2-9FBC-66EB-BCFCD391F7B8}"/>
              </a:ext>
            </a:extLst>
          </p:cNvPr>
          <p:cNvSpPr txBox="1"/>
          <p:nvPr/>
        </p:nvSpPr>
        <p:spPr>
          <a:xfrm rot="20673971">
            <a:off x="3196154" y="2545236"/>
            <a:ext cx="1893695" cy="281611"/>
          </a:xfrm>
          <a:prstGeom prst="rect">
            <a:avLst/>
          </a:prstGeom>
          <a:noFill/>
        </p:spPr>
        <p:txBody>
          <a:bodyPr wrap="square" rtlCol="0">
            <a:spAutoFit/>
          </a:bodyPr>
          <a:lstStyle/>
          <a:p>
            <a:r>
              <a:rPr lang="en-US" sz="1200"/>
              <a:t>graph in JSON format</a:t>
            </a:r>
          </a:p>
        </p:txBody>
      </p:sp>
      <p:cxnSp>
        <p:nvCxnSpPr>
          <p:cNvPr id="70" name="Straight Arrow Connector 69">
            <a:extLst>
              <a:ext uri="{FF2B5EF4-FFF2-40B4-BE49-F238E27FC236}">
                <a16:creationId xmlns:a16="http://schemas.microsoft.com/office/drawing/2014/main" id="{C76A2064-4E51-ADCE-C674-8E92DC3F56E5}"/>
              </a:ext>
            </a:extLst>
          </p:cNvPr>
          <p:cNvCxnSpPr>
            <a:cxnSpLocks/>
            <a:endCxn id="9" idx="2"/>
          </p:cNvCxnSpPr>
          <p:nvPr/>
        </p:nvCxnSpPr>
        <p:spPr>
          <a:xfrm flipV="1">
            <a:off x="2375160" y="2018833"/>
            <a:ext cx="3607810" cy="101576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72" name="TextBox 71">
            <a:extLst>
              <a:ext uri="{FF2B5EF4-FFF2-40B4-BE49-F238E27FC236}">
                <a16:creationId xmlns:a16="http://schemas.microsoft.com/office/drawing/2014/main" id="{628ED777-9204-14AF-128A-4EA8F8FEC78F}"/>
              </a:ext>
            </a:extLst>
          </p:cNvPr>
          <p:cNvSpPr txBox="1"/>
          <p:nvPr/>
        </p:nvSpPr>
        <p:spPr>
          <a:xfrm rot="20998581">
            <a:off x="3569957" y="2799163"/>
            <a:ext cx="1654658" cy="276999"/>
          </a:xfrm>
          <a:prstGeom prst="rect">
            <a:avLst/>
          </a:prstGeom>
          <a:noFill/>
        </p:spPr>
        <p:txBody>
          <a:bodyPr wrap="square" rtlCol="0">
            <a:spAutoFit/>
          </a:bodyPr>
          <a:lstStyle/>
          <a:p>
            <a:r>
              <a:rPr lang="en-US" sz="1200" b="1"/>
              <a:t>Export cycle</a:t>
            </a:r>
          </a:p>
        </p:txBody>
      </p:sp>
      <p:cxnSp>
        <p:nvCxnSpPr>
          <p:cNvPr id="76" name="Curved Connector 75">
            <a:extLst>
              <a:ext uri="{FF2B5EF4-FFF2-40B4-BE49-F238E27FC236}">
                <a16:creationId xmlns:a16="http://schemas.microsoft.com/office/drawing/2014/main" id="{C2157548-D84F-C060-EBD6-E37F97C6BCE2}"/>
              </a:ext>
            </a:extLst>
          </p:cNvPr>
          <p:cNvCxnSpPr>
            <a:cxnSpLocks/>
            <a:stCxn id="14" idx="1"/>
            <a:endCxn id="3" idx="2"/>
          </p:cNvCxnSpPr>
          <p:nvPr/>
        </p:nvCxnSpPr>
        <p:spPr>
          <a:xfrm rot="10800000">
            <a:off x="1474723" y="3562376"/>
            <a:ext cx="3672643" cy="234360"/>
          </a:xfrm>
          <a:prstGeom prst="curved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77" name="TextBox 76">
            <a:extLst>
              <a:ext uri="{FF2B5EF4-FFF2-40B4-BE49-F238E27FC236}">
                <a16:creationId xmlns:a16="http://schemas.microsoft.com/office/drawing/2014/main" id="{742A252A-BA38-9BE2-624C-A5485CE4B32A}"/>
              </a:ext>
            </a:extLst>
          </p:cNvPr>
          <p:cNvSpPr txBox="1"/>
          <p:nvPr/>
        </p:nvSpPr>
        <p:spPr>
          <a:xfrm>
            <a:off x="3036239" y="3557065"/>
            <a:ext cx="1654658" cy="276999"/>
          </a:xfrm>
          <a:prstGeom prst="rect">
            <a:avLst/>
          </a:prstGeom>
          <a:noFill/>
        </p:spPr>
        <p:txBody>
          <a:bodyPr wrap="square" rtlCol="0">
            <a:spAutoFit/>
          </a:bodyPr>
          <a:lstStyle/>
          <a:p>
            <a:pPr algn="ctr"/>
            <a:r>
              <a:rPr lang="en-US" sz="1200"/>
              <a:t>GUI Resources</a:t>
            </a:r>
          </a:p>
        </p:txBody>
      </p:sp>
      <p:pic>
        <p:nvPicPr>
          <p:cNvPr id="94" name="Graphic 93" descr="Database outline">
            <a:extLst>
              <a:ext uri="{FF2B5EF4-FFF2-40B4-BE49-F238E27FC236}">
                <a16:creationId xmlns:a16="http://schemas.microsoft.com/office/drawing/2014/main" id="{E9C77EED-4E79-C90F-03D7-EE0D3D2C45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18486" y="1137555"/>
            <a:ext cx="1189091" cy="1189091"/>
          </a:xfrm>
          <a:prstGeom prst="rect">
            <a:avLst/>
          </a:prstGeom>
        </p:spPr>
      </p:pic>
      <p:grpSp>
        <p:nvGrpSpPr>
          <p:cNvPr id="117" name="Group 116">
            <a:extLst>
              <a:ext uri="{FF2B5EF4-FFF2-40B4-BE49-F238E27FC236}">
                <a16:creationId xmlns:a16="http://schemas.microsoft.com/office/drawing/2014/main" id="{A9C41F16-CA45-B0ED-39A9-F9037949680A}"/>
              </a:ext>
            </a:extLst>
          </p:cNvPr>
          <p:cNvGrpSpPr/>
          <p:nvPr/>
        </p:nvGrpSpPr>
        <p:grpSpPr>
          <a:xfrm>
            <a:off x="6836608" y="1324415"/>
            <a:ext cx="1316210" cy="286262"/>
            <a:chOff x="6948245" y="1320764"/>
            <a:chExt cx="1316210" cy="286262"/>
          </a:xfrm>
        </p:grpSpPr>
        <p:cxnSp>
          <p:nvCxnSpPr>
            <p:cNvPr id="96" name="Straight Arrow Connector 95">
              <a:extLst>
                <a:ext uri="{FF2B5EF4-FFF2-40B4-BE49-F238E27FC236}">
                  <a16:creationId xmlns:a16="http://schemas.microsoft.com/office/drawing/2014/main" id="{BF0AFC51-F01A-D073-2B9F-30309153CF69}"/>
                </a:ext>
              </a:extLst>
            </p:cNvPr>
            <p:cNvCxnSpPr>
              <a:cxnSpLocks/>
            </p:cNvCxnSpPr>
            <p:nvPr/>
          </p:nvCxnSpPr>
          <p:spPr>
            <a:xfrm>
              <a:off x="6948245" y="1607026"/>
              <a:ext cx="131621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98" name="TextBox 97">
              <a:extLst>
                <a:ext uri="{FF2B5EF4-FFF2-40B4-BE49-F238E27FC236}">
                  <a16:creationId xmlns:a16="http://schemas.microsoft.com/office/drawing/2014/main" id="{02BBA25E-BAF4-1FD5-0BEE-D4AB51F61AE8}"/>
                </a:ext>
              </a:extLst>
            </p:cNvPr>
            <p:cNvSpPr txBox="1"/>
            <p:nvPr/>
          </p:nvSpPr>
          <p:spPr>
            <a:xfrm>
              <a:off x="6966279" y="1320764"/>
              <a:ext cx="1298176" cy="276999"/>
            </a:xfrm>
            <a:prstGeom prst="rect">
              <a:avLst/>
            </a:prstGeom>
            <a:noFill/>
          </p:spPr>
          <p:txBody>
            <a:bodyPr wrap="square" rtlCol="0">
              <a:spAutoFit/>
            </a:bodyPr>
            <a:lstStyle/>
            <a:p>
              <a:pPr algn="ctr"/>
              <a:r>
                <a:rPr lang="en-US" sz="1200"/>
                <a:t>SQL Query</a:t>
              </a:r>
            </a:p>
          </p:txBody>
        </p:sp>
      </p:grpSp>
      <p:grpSp>
        <p:nvGrpSpPr>
          <p:cNvPr id="116" name="Group 115">
            <a:extLst>
              <a:ext uri="{FF2B5EF4-FFF2-40B4-BE49-F238E27FC236}">
                <a16:creationId xmlns:a16="http://schemas.microsoft.com/office/drawing/2014/main" id="{D52B4885-1593-9093-D449-C2F22748D14B}"/>
              </a:ext>
            </a:extLst>
          </p:cNvPr>
          <p:cNvGrpSpPr/>
          <p:nvPr/>
        </p:nvGrpSpPr>
        <p:grpSpPr>
          <a:xfrm>
            <a:off x="6818574" y="1899414"/>
            <a:ext cx="1334244" cy="282788"/>
            <a:chOff x="6930211" y="1899414"/>
            <a:chExt cx="1334244" cy="282788"/>
          </a:xfrm>
        </p:grpSpPr>
        <p:cxnSp>
          <p:nvCxnSpPr>
            <p:cNvPr id="99" name="Straight Arrow Connector 98">
              <a:extLst>
                <a:ext uri="{FF2B5EF4-FFF2-40B4-BE49-F238E27FC236}">
                  <a16:creationId xmlns:a16="http://schemas.microsoft.com/office/drawing/2014/main" id="{7E94DCA2-D25A-78A3-5D50-75A13DADA1E8}"/>
                </a:ext>
              </a:extLst>
            </p:cNvPr>
            <p:cNvCxnSpPr>
              <a:cxnSpLocks/>
            </p:cNvCxnSpPr>
            <p:nvPr/>
          </p:nvCxnSpPr>
          <p:spPr>
            <a:xfrm flipH="1">
              <a:off x="6948244" y="1899414"/>
              <a:ext cx="131621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FB488D05-A209-8C89-EAD0-5D88F50DD75F}"/>
                </a:ext>
              </a:extLst>
            </p:cNvPr>
            <p:cNvSpPr txBox="1"/>
            <p:nvPr/>
          </p:nvSpPr>
          <p:spPr>
            <a:xfrm>
              <a:off x="6930211" y="1905203"/>
              <a:ext cx="1334244" cy="276999"/>
            </a:xfrm>
            <a:prstGeom prst="rect">
              <a:avLst/>
            </a:prstGeom>
            <a:noFill/>
          </p:spPr>
          <p:txBody>
            <a:bodyPr wrap="square" rtlCol="0">
              <a:spAutoFit/>
            </a:bodyPr>
            <a:lstStyle/>
            <a:p>
              <a:pPr algn="ctr"/>
              <a:r>
                <a:rPr lang="en-US" sz="1200"/>
                <a:t>Query Result</a:t>
              </a:r>
            </a:p>
          </p:txBody>
        </p:sp>
      </p:grpSp>
      <p:sp>
        <p:nvSpPr>
          <p:cNvPr id="105" name="TextBox 104">
            <a:extLst>
              <a:ext uri="{FF2B5EF4-FFF2-40B4-BE49-F238E27FC236}">
                <a16:creationId xmlns:a16="http://schemas.microsoft.com/office/drawing/2014/main" id="{82BBDBF2-9EBB-2A31-0348-7EA4E009BA32}"/>
              </a:ext>
            </a:extLst>
          </p:cNvPr>
          <p:cNvSpPr txBox="1"/>
          <p:nvPr/>
        </p:nvSpPr>
        <p:spPr>
          <a:xfrm>
            <a:off x="7918131" y="2182202"/>
            <a:ext cx="1189446" cy="461665"/>
          </a:xfrm>
          <a:prstGeom prst="rect">
            <a:avLst/>
          </a:prstGeom>
          <a:noFill/>
        </p:spPr>
        <p:txBody>
          <a:bodyPr wrap="square" rtlCol="0">
            <a:spAutoFit/>
          </a:bodyPr>
          <a:lstStyle/>
          <a:p>
            <a:pPr algn="ctr"/>
            <a:r>
              <a:rPr lang="en-US" sz="1200">
                <a:solidFill>
                  <a:schemeClr val="tx1"/>
                </a:solidFill>
              </a:rPr>
              <a:t>PostgreSQL</a:t>
            </a:r>
          </a:p>
          <a:p>
            <a:pPr algn="ctr"/>
            <a:r>
              <a:rPr lang="en-US" sz="1200">
                <a:solidFill>
                  <a:schemeClr val="tx1"/>
                </a:solidFill>
              </a:rPr>
              <a:t>Database</a:t>
            </a:r>
          </a:p>
        </p:txBody>
      </p:sp>
      <p:cxnSp>
        <p:nvCxnSpPr>
          <p:cNvPr id="15" name="Straight Connector 14">
            <a:extLst>
              <a:ext uri="{FF2B5EF4-FFF2-40B4-BE49-F238E27FC236}">
                <a16:creationId xmlns:a16="http://schemas.microsoft.com/office/drawing/2014/main" id="{84C35FC2-F6E0-D377-D767-B56085D8EF5B}"/>
              </a:ext>
            </a:extLst>
          </p:cNvPr>
          <p:cNvCxnSpPr>
            <a:cxnSpLocks/>
          </p:cNvCxnSpPr>
          <p:nvPr/>
        </p:nvCxnSpPr>
        <p:spPr>
          <a:xfrm flipV="1">
            <a:off x="4980890" y="966169"/>
            <a:ext cx="0" cy="3946673"/>
          </a:xfrm>
          <a:prstGeom prst="line">
            <a:avLst/>
          </a:prstGeom>
          <a:ln>
            <a:solidFill>
              <a:srgbClr val="16693F"/>
            </a:solidFill>
            <a:prstDash val="sysDash"/>
            <a:tailEnd type="none"/>
          </a:ln>
          <a:effectLst/>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0280C7DC-FF81-CBEC-0372-0892FA6EF439}"/>
              </a:ext>
            </a:extLst>
          </p:cNvPr>
          <p:cNvSpPr txBox="1"/>
          <p:nvPr/>
        </p:nvSpPr>
        <p:spPr>
          <a:xfrm>
            <a:off x="1813306" y="4515332"/>
            <a:ext cx="1455535" cy="400110"/>
          </a:xfrm>
          <a:prstGeom prst="rect">
            <a:avLst/>
          </a:prstGeom>
          <a:noFill/>
        </p:spPr>
        <p:txBody>
          <a:bodyPr wrap="square" lIns="91440" tIns="45720" rIns="91440" bIns="45720" anchor="t">
            <a:spAutoFit/>
          </a:bodyPr>
          <a:lstStyle/>
          <a:p>
            <a:pPr algn="ctr"/>
            <a:r>
              <a:rPr lang="en-US" sz="2000">
                <a:solidFill>
                  <a:schemeClr val="tx1"/>
                </a:solidFill>
                <a:ea typeface="Sans Serif Collection"/>
                <a:cs typeface="Sans Serif Collection"/>
              </a:rPr>
              <a:t>Frontend</a:t>
            </a:r>
            <a:endParaRPr lang="en-US">
              <a:solidFill>
                <a:schemeClr val="tx1"/>
              </a:solidFill>
            </a:endParaRPr>
          </a:p>
        </p:txBody>
      </p:sp>
      <p:sp>
        <p:nvSpPr>
          <p:cNvPr id="20" name="TextBox 19">
            <a:extLst>
              <a:ext uri="{FF2B5EF4-FFF2-40B4-BE49-F238E27FC236}">
                <a16:creationId xmlns:a16="http://schemas.microsoft.com/office/drawing/2014/main" id="{553A4E2C-D538-12EC-AB4E-B0F15F60B669}"/>
              </a:ext>
            </a:extLst>
          </p:cNvPr>
          <p:cNvSpPr txBox="1"/>
          <p:nvPr/>
        </p:nvSpPr>
        <p:spPr>
          <a:xfrm>
            <a:off x="6462596" y="4512732"/>
            <a:ext cx="1455535" cy="400110"/>
          </a:xfrm>
          <a:prstGeom prst="rect">
            <a:avLst/>
          </a:prstGeom>
          <a:noFill/>
        </p:spPr>
        <p:txBody>
          <a:bodyPr wrap="square" lIns="91440" tIns="45720" rIns="91440" bIns="45720" anchor="t">
            <a:spAutoFit/>
          </a:bodyPr>
          <a:lstStyle/>
          <a:p>
            <a:pPr algn="ctr"/>
            <a:r>
              <a:rPr lang="en-US" sz="2000">
                <a:solidFill>
                  <a:schemeClr val="tx1"/>
                </a:solidFill>
                <a:ea typeface="Sans Serif Collection"/>
                <a:cs typeface="Sans Serif Collection"/>
              </a:rPr>
              <a:t>Backend</a:t>
            </a:r>
            <a:endParaRPr lang="en-US">
              <a:solidFill>
                <a:schemeClr val="tx1"/>
              </a:solidFill>
            </a:endParaRPr>
          </a:p>
        </p:txBody>
      </p:sp>
    </p:spTree>
    <p:extLst>
      <p:ext uri="{BB962C8B-B14F-4D97-AF65-F5344CB8AC3E}">
        <p14:creationId xmlns:p14="http://schemas.microsoft.com/office/powerpoint/2010/main" val="1261441029"/>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4FF6E-383B-56F2-4862-9ABC5CC3AD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1F67CF-5A6E-6240-BE61-BCEE25C643A1}"/>
              </a:ext>
            </a:extLst>
          </p:cNvPr>
          <p:cNvSpPr txBox="1"/>
          <p:nvPr/>
        </p:nvSpPr>
        <p:spPr>
          <a:xfrm>
            <a:off x="171753" y="113559"/>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React migration resulted in tech stack improvements for developer experience and shorter build time</a:t>
            </a:r>
            <a:endParaRPr lang="en-US"/>
          </a:p>
        </p:txBody>
      </p:sp>
      <p:sp>
        <p:nvSpPr>
          <p:cNvPr id="8" name="Text Placeholder 2">
            <a:extLst>
              <a:ext uri="{FF2B5EF4-FFF2-40B4-BE49-F238E27FC236}">
                <a16:creationId xmlns:a16="http://schemas.microsoft.com/office/drawing/2014/main" id="{2E3C3EAD-09E8-22C6-926B-C82416D71292}"/>
              </a:ext>
            </a:extLst>
          </p:cNvPr>
          <p:cNvSpPr txBox="1">
            <a:spLocks/>
          </p:cNvSpPr>
          <p:nvPr/>
        </p:nvSpPr>
        <p:spPr>
          <a:xfrm>
            <a:off x="171752" y="513669"/>
            <a:ext cx="9105251" cy="287024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14999"/>
              </a:lnSpc>
              <a:buFont typeface="Arial" panose="020B0604020202020204" pitchFamily="34" charset="0"/>
              <a:buChar char="•"/>
            </a:pPr>
            <a:endParaRPr lang="en-US" sz="2000">
              <a:solidFill>
                <a:schemeClr val="tx1"/>
              </a:solidFill>
            </a:endParaRPr>
          </a:p>
        </p:txBody>
      </p:sp>
      <p:graphicFrame>
        <p:nvGraphicFramePr>
          <p:cNvPr id="10" name="Table 9">
            <a:extLst>
              <a:ext uri="{FF2B5EF4-FFF2-40B4-BE49-F238E27FC236}">
                <a16:creationId xmlns:a16="http://schemas.microsoft.com/office/drawing/2014/main" id="{0AADA06A-14AF-0663-EDD6-2CC0BF48CE16}"/>
              </a:ext>
            </a:extLst>
          </p:cNvPr>
          <p:cNvGraphicFramePr>
            <a:graphicFrameLocks noGrp="1"/>
          </p:cNvGraphicFramePr>
          <p:nvPr>
            <p:extLst>
              <p:ext uri="{D42A27DB-BD31-4B8C-83A1-F6EECF244321}">
                <p14:modId xmlns:p14="http://schemas.microsoft.com/office/powerpoint/2010/main" val="4140066261"/>
              </p:ext>
            </p:extLst>
          </p:nvPr>
        </p:nvGraphicFramePr>
        <p:xfrm>
          <a:off x="171751" y="837126"/>
          <a:ext cx="8799385" cy="4032697"/>
        </p:xfrm>
        <a:graphic>
          <a:graphicData uri="http://schemas.openxmlformats.org/drawingml/2006/table">
            <a:tbl>
              <a:tblPr firstRow="1" bandRow="1">
                <a:tableStyleId>{8799B23B-EC83-4686-B30A-512413B5E67A}</a:tableStyleId>
              </a:tblPr>
              <a:tblGrid>
                <a:gridCol w="1714723">
                  <a:extLst>
                    <a:ext uri="{9D8B030D-6E8A-4147-A177-3AD203B41FA5}">
                      <a16:colId xmlns:a16="http://schemas.microsoft.com/office/drawing/2014/main" val="217355893"/>
                    </a:ext>
                  </a:extLst>
                </a:gridCol>
                <a:gridCol w="3500774">
                  <a:extLst>
                    <a:ext uri="{9D8B030D-6E8A-4147-A177-3AD203B41FA5}">
                      <a16:colId xmlns:a16="http://schemas.microsoft.com/office/drawing/2014/main" val="3238453823"/>
                    </a:ext>
                  </a:extLst>
                </a:gridCol>
                <a:gridCol w="3583888">
                  <a:extLst>
                    <a:ext uri="{9D8B030D-6E8A-4147-A177-3AD203B41FA5}">
                      <a16:colId xmlns:a16="http://schemas.microsoft.com/office/drawing/2014/main" val="3843126171"/>
                    </a:ext>
                  </a:extLst>
                </a:gridCol>
              </a:tblGrid>
              <a:tr h="397424">
                <a:tc>
                  <a:txBody>
                    <a:bodyPr/>
                    <a:lstStyle/>
                    <a:p>
                      <a:r>
                        <a:rPr lang="en-US"/>
                        <a:t>Feature</a:t>
                      </a:r>
                    </a:p>
                  </a:txBody>
                  <a:tcPr/>
                </a:tc>
                <a:tc>
                  <a:txBody>
                    <a:bodyPr/>
                    <a:lstStyle/>
                    <a:p>
                      <a:r>
                        <a:rPr lang="en-US" b="1"/>
                        <a:t>Classic</a:t>
                      </a:r>
                    </a:p>
                  </a:txBody>
                  <a:tcPr/>
                </a:tc>
                <a:tc>
                  <a:txBody>
                    <a:bodyPr/>
                    <a:lstStyle/>
                    <a:p>
                      <a:r>
                        <a:rPr lang="en-US"/>
                        <a:t>React / New Updates</a:t>
                      </a:r>
                    </a:p>
                  </a:txBody>
                  <a:tcPr/>
                </a:tc>
                <a:extLst>
                  <a:ext uri="{0D108BD9-81ED-4DB2-BD59-A6C34878D82A}">
                    <a16:rowId xmlns:a16="http://schemas.microsoft.com/office/drawing/2014/main" val="4287552899"/>
                  </a:ext>
                </a:extLst>
              </a:tr>
              <a:tr h="2574638">
                <a:tc>
                  <a:txBody>
                    <a:bodyPr/>
                    <a:lstStyle/>
                    <a:p>
                      <a:endParaRPr lang="en-US" dirty="0"/>
                    </a:p>
                  </a:txBody>
                  <a:tcPr>
                    <a:solidFill>
                      <a:srgbClr val="008F00">
                        <a:alpha val="20000"/>
                      </a:srgbClr>
                    </a:solidFill>
                  </a:tcPr>
                </a:tc>
                <a:tc>
                  <a:txBody>
                    <a:bodyPr/>
                    <a:lstStyle/>
                    <a:p>
                      <a:endParaRPr lang="en-US"/>
                    </a:p>
                  </a:txBody>
                  <a:tcPr>
                    <a:solidFill>
                      <a:srgbClr val="008F00">
                        <a:alpha val="20000"/>
                      </a:srgbClr>
                    </a:solidFill>
                  </a:tcPr>
                </a:tc>
                <a:tc>
                  <a:txBody>
                    <a:bodyPr/>
                    <a:lstStyle/>
                    <a:p>
                      <a:r>
                        <a:rPr lang="en-US"/>
                        <a:t>  </a:t>
                      </a:r>
                    </a:p>
                  </a:txBody>
                  <a:tcPr>
                    <a:solidFill>
                      <a:srgbClr val="008F00">
                        <a:alpha val="20000"/>
                      </a:srgbClr>
                    </a:solidFill>
                  </a:tcPr>
                </a:tc>
                <a:extLst>
                  <a:ext uri="{0D108BD9-81ED-4DB2-BD59-A6C34878D82A}">
                    <a16:rowId xmlns:a16="http://schemas.microsoft.com/office/drawing/2014/main" val="1110189511"/>
                  </a:ext>
                </a:extLst>
              </a:tr>
              <a:tr h="542475">
                <a:tc>
                  <a:txBody>
                    <a:bodyPr/>
                    <a:lstStyle/>
                    <a:p>
                      <a:r>
                        <a:rPr lang="en-US" dirty="0"/>
                        <a:t>State Management</a:t>
                      </a:r>
                    </a:p>
                  </a:txBody>
                  <a:tcPr/>
                </a:tc>
                <a:tc>
                  <a:txBody>
                    <a:bodyPr/>
                    <a:lstStyle/>
                    <a:p>
                      <a:r>
                        <a:rPr lang="en-US" dirty="0"/>
                        <a:t>Manual tracking of user interaction and input, and interface updates are tedious.</a:t>
                      </a:r>
                    </a:p>
                  </a:txBody>
                  <a:tcPr/>
                </a:tc>
                <a:tc>
                  <a:txBody>
                    <a:bodyPr/>
                    <a:lstStyle/>
                    <a:p>
                      <a:r>
                        <a:rPr lang="en-US" dirty="0"/>
                        <a:t>Automatic re-rendering of app based on user interaction and input, simplifying code.</a:t>
                      </a:r>
                    </a:p>
                  </a:txBody>
                  <a:tcPr/>
                </a:tc>
                <a:extLst>
                  <a:ext uri="{0D108BD9-81ED-4DB2-BD59-A6C34878D82A}">
                    <a16:rowId xmlns:a16="http://schemas.microsoft.com/office/drawing/2014/main" val="549696382"/>
                  </a:ext>
                </a:extLst>
              </a:tr>
              <a:tr h="5158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Bug Fixes</a:t>
                      </a:r>
                    </a:p>
                    <a:p>
                      <a:endParaRPr lang="en-US" dirty="0"/>
                    </a:p>
                  </a:txBody>
                  <a:tcPr>
                    <a:solidFill>
                      <a:srgbClr val="008F0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Repetitive and complicated code makes bugs more likely and harder to find.</a:t>
                      </a:r>
                    </a:p>
                  </a:txBody>
                  <a:tcPr>
                    <a:solidFill>
                      <a:srgbClr val="008F0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Modular code allows for easier discovery of bugs and fewer bugs created.</a:t>
                      </a:r>
                    </a:p>
                  </a:txBody>
                  <a:tcPr>
                    <a:solidFill>
                      <a:srgbClr val="008F00">
                        <a:alpha val="20000"/>
                      </a:srgbClr>
                    </a:solidFill>
                  </a:tcPr>
                </a:tc>
                <a:extLst>
                  <a:ext uri="{0D108BD9-81ED-4DB2-BD59-A6C34878D82A}">
                    <a16:rowId xmlns:a16="http://schemas.microsoft.com/office/drawing/2014/main" val="1453755800"/>
                  </a:ext>
                </a:extLst>
              </a:tr>
            </a:tbl>
          </a:graphicData>
        </a:graphic>
      </p:graphicFrame>
      <p:pic>
        <p:nvPicPr>
          <p:cNvPr id="3" name="Picture 2" descr="A hexagon with white text&#10;&#10;AI-generated content may be incorrect.">
            <a:extLst>
              <a:ext uri="{FF2B5EF4-FFF2-40B4-BE49-F238E27FC236}">
                <a16:creationId xmlns:a16="http://schemas.microsoft.com/office/drawing/2014/main" id="{9440B2E2-95F3-B443-C92C-9F2C7F37B01A}"/>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4260696" y="1296292"/>
            <a:ext cx="575739" cy="591778"/>
          </a:xfrm>
          <a:prstGeom prst="rect">
            <a:avLst/>
          </a:prstGeom>
        </p:spPr>
      </p:pic>
      <p:pic>
        <p:nvPicPr>
          <p:cNvPr id="11" name="Picture 10" descr="React original wordmark logo - free Icon PNG, SVG">
            <a:extLst>
              <a:ext uri="{FF2B5EF4-FFF2-40B4-BE49-F238E27FC236}">
                <a16:creationId xmlns:a16="http://schemas.microsoft.com/office/drawing/2014/main" id="{1FFC834E-0A4B-D68E-8E30-5C3695B9A4EE}"/>
              </a:ext>
            </a:extLst>
          </p:cNvPr>
          <p:cNvPicPr>
            <a:picLocks noChangeAspect="1"/>
          </p:cNvPicPr>
          <p:nvPr/>
        </p:nvPicPr>
        <p:blipFill>
          <a:blip r:embed="rId5"/>
          <a:stretch>
            <a:fillRect/>
          </a:stretch>
        </p:blipFill>
        <p:spPr>
          <a:xfrm>
            <a:off x="7405959" y="1331254"/>
            <a:ext cx="551228" cy="551228"/>
          </a:xfrm>
          <a:prstGeom prst="rect">
            <a:avLst/>
          </a:prstGeom>
        </p:spPr>
      </p:pic>
      <p:pic>
        <p:nvPicPr>
          <p:cNvPr id="7" name="Picture 6" descr="A dog with a sad face&#10;&#10;AI-generated content may be incorrect.">
            <a:extLst>
              <a:ext uri="{FF2B5EF4-FFF2-40B4-BE49-F238E27FC236}">
                <a16:creationId xmlns:a16="http://schemas.microsoft.com/office/drawing/2014/main" id="{2DE38191-86EA-DCD8-68C2-410D9A80FC1D}"/>
              </a:ext>
            </a:extLst>
          </p:cNvPr>
          <p:cNvPicPr>
            <a:picLocks noChangeAspect="1"/>
          </p:cNvPicPr>
          <p:nvPr/>
        </p:nvPicPr>
        <p:blipFill>
          <a:blip r:embed="rId6">
            <a:extLst>
              <a:ext uri="{28A0092B-C50C-407E-A947-70E740481C1C}">
                <a14:useLocalDpi xmlns:a14="http://schemas.microsoft.com/office/drawing/2010/main"/>
              </a:ext>
            </a:extLst>
          </a:blip>
          <a:srcRect l="1262" t="15820" r="6772" b="16765"/>
          <a:stretch>
            <a:fillRect/>
          </a:stretch>
        </p:blipFill>
        <p:spPr>
          <a:xfrm>
            <a:off x="3147808" y="1361614"/>
            <a:ext cx="1072926" cy="400119"/>
          </a:xfrm>
          <a:prstGeom prst="rect">
            <a:avLst/>
          </a:prstGeom>
        </p:spPr>
      </p:pic>
      <p:pic>
        <p:nvPicPr>
          <p:cNvPr id="12" name="Picture 11" descr="A logo with a black background&#10;&#10;AI-generated content may be incorrect.">
            <a:extLst>
              <a:ext uri="{FF2B5EF4-FFF2-40B4-BE49-F238E27FC236}">
                <a16:creationId xmlns:a16="http://schemas.microsoft.com/office/drawing/2014/main" id="{F60186E5-2A6E-4960-52A6-47A0F946628C}"/>
              </a:ext>
            </a:extLst>
          </p:cNvPr>
          <p:cNvPicPr>
            <a:picLocks noChangeAspect="1"/>
          </p:cNvPicPr>
          <p:nvPr/>
        </p:nvPicPr>
        <p:blipFill>
          <a:blip r:embed="rId7"/>
          <a:stretch>
            <a:fillRect/>
          </a:stretch>
        </p:blipFill>
        <p:spPr>
          <a:xfrm>
            <a:off x="4897116" y="1351975"/>
            <a:ext cx="439222" cy="399067"/>
          </a:xfrm>
          <a:prstGeom prst="rect">
            <a:avLst/>
          </a:prstGeom>
        </p:spPr>
      </p:pic>
      <p:pic>
        <p:nvPicPr>
          <p:cNvPr id="13" name="Picture 12" descr="A logo with a black background&#10;&#10;AI-generated content may be incorrect.">
            <a:extLst>
              <a:ext uri="{FF2B5EF4-FFF2-40B4-BE49-F238E27FC236}">
                <a16:creationId xmlns:a16="http://schemas.microsoft.com/office/drawing/2014/main" id="{6FED39A3-2148-E7E0-CD38-D879D133DF39}"/>
              </a:ext>
            </a:extLst>
          </p:cNvPr>
          <p:cNvPicPr>
            <a:picLocks noChangeAspect="1"/>
          </p:cNvPicPr>
          <p:nvPr/>
        </p:nvPicPr>
        <p:blipFill>
          <a:blip r:embed="rId7"/>
          <a:stretch>
            <a:fillRect/>
          </a:stretch>
        </p:blipFill>
        <p:spPr>
          <a:xfrm>
            <a:off x="8369521" y="1342810"/>
            <a:ext cx="452132" cy="426871"/>
          </a:xfrm>
          <a:prstGeom prst="rect">
            <a:avLst/>
          </a:prstGeom>
        </p:spPr>
      </p:pic>
      <p:pic>
        <p:nvPicPr>
          <p:cNvPr id="15" name="Picture 2" descr="Report Post - Vite Logo PNG, Vector (AI, EPS, CDR, PDF, SVG)">
            <a:extLst>
              <a:ext uri="{FF2B5EF4-FFF2-40B4-BE49-F238E27FC236}">
                <a16:creationId xmlns:a16="http://schemas.microsoft.com/office/drawing/2014/main" id="{391065C3-DF54-DEC1-7AF9-593A6E3D52CB}"/>
              </a:ext>
            </a:extLst>
          </p:cNvPr>
          <p:cNvPicPr>
            <a:picLocks noChangeAspect="1" noChangeArrowheads="1"/>
          </p:cNvPicPr>
          <p:nvPr/>
        </p:nvPicPr>
        <p:blipFill rotWithShape="1">
          <a:blip r:embed="rId8">
            <a:extLst>
              <a:ext uri="{28A0092B-C50C-407E-A947-70E740481C1C}">
                <a14:useLocalDpi xmlns:a14="http://schemas.microsoft.com/office/drawing/2010/main"/>
              </a:ext>
            </a:extLst>
          </a:blip>
          <a:srcRect/>
          <a:stretch>
            <a:fillRect/>
          </a:stretch>
        </p:blipFill>
        <p:spPr bwMode="auto">
          <a:xfrm>
            <a:off x="5586890" y="2626034"/>
            <a:ext cx="1058510" cy="45498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purple circle with black background&#10;&#10;AI-generated content may be incorrect.">
            <a:extLst>
              <a:ext uri="{FF2B5EF4-FFF2-40B4-BE49-F238E27FC236}">
                <a16:creationId xmlns:a16="http://schemas.microsoft.com/office/drawing/2014/main" id="{1D34CA04-96D4-A60C-AC01-2BB8CA346965}"/>
              </a:ext>
            </a:extLst>
          </p:cNvPr>
          <p:cNvPicPr>
            <a:picLocks noChangeAspect="1"/>
          </p:cNvPicPr>
          <p:nvPr/>
        </p:nvPicPr>
        <p:blipFill>
          <a:blip r:embed="rId9">
            <a:extLst>
              <a:ext uri="{28A0092B-C50C-407E-A947-70E740481C1C}">
                <a14:useLocalDpi xmlns:a14="http://schemas.microsoft.com/office/drawing/2010/main"/>
              </a:ext>
            </a:extLst>
          </a:blip>
          <a:srcRect l="-1757"/>
          <a:stretch>
            <a:fillRect/>
          </a:stretch>
        </p:blipFill>
        <p:spPr>
          <a:xfrm>
            <a:off x="5463121" y="1308698"/>
            <a:ext cx="1563555" cy="500864"/>
          </a:xfrm>
          <a:prstGeom prst="rect">
            <a:avLst/>
          </a:prstGeom>
        </p:spPr>
      </p:pic>
      <p:pic>
        <p:nvPicPr>
          <p:cNvPr id="5" name="Picture 2">
            <a:extLst>
              <a:ext uri="{FF2B5EF4-FFF2-40B4-BE49-F238E27FC236}">
                <a16:creationId xmlns:a16="http://schemas.microsoft.com/office/drawing/2014/main" id="{7F167996-5293-1A8B-699E-548FAADBA943}"/>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9677" b="89964" l="2222" r="96000">
                        <a14:foregroundMark x1="8333" y1="28674" x2="18000" y2="63799"/>
                        <a14:foregroundMark x1="7444" y1="37993" x2="10667" y2="47670"/>
                        <a14:foregroundMark x1="8889" y1="48746" x2="8556" y2="68459"/>
                        <a14:foregroundMark x1="10333" y1="32975" x2="14222" y2="33333"/>
                        <a14:foregroundMark x1="39778" y1="36918" x2="39778" y2="36918"/>
                        <a14:foregroundMark x1="46778" y1="40860" x2="46778" y2="40860"/>
                        <a14:foregroundMark x1="56667" y1="44444" x2="56667" y2="44444"/>
                        <a14:foregroundMark x1="60778" y1="37993" x2="60778" y2="37993"/>
                        <a14:foregroundMark x1="69889" y1="54480" x2="69889" y2="54480"/>
                        <a14:foregroundMark x1="72889" y1="41935" x2="72889" y2="41935"/>
                        <a14:foregroundMark x1="77444" y1="47312" x2="77444" y2="47312"/>
                        <a14:foregroundMark x1="87111" y1="44803" x2="87111" y2="44803"/>
                        <a14:foregroundMark x1="90778" y1="45878" x2="90778" y2="45878"/>
                        <a14:foregroundMark x1="96111" y1="55914" x2="96111" y2="55914"/>
                        <a14:foregroundMark x1="2333" y1="31183" x2="2333" y2="31183"/>
                        <a14:foregroundMark x1="52000" y1="44086" x2="52000" y2="44086"/>
                        <a14:backgroundMark x1="31667" y1="17204" x2="31667" y2="17204"/>
                        <a14:backgroundMark x1="18333" y1="99283" x2="18333" y2="99283"/>
                        <a14:backgroundMark x1="1222" y1="96057" x2="1222" y2="96057"/>
                        <a14:backgroundMark x1="45333" y1="79928" x2="66111" y2="82796"/>
                        <a14:backgroundMark x1="44778" y1="77061" x2="46000" y2="69534"/>
                        <a14:backgroundMark x1="49444" y1="79211" x2="45667" y2="78853"/>
                        <a14:backgroundMark x1="66667" y1="45520" x2="67667" y2="47670"/>
                      </a14:backgroundRemoval>
                    </a14:imgEffect>
                  </a14:imgLayer>
                </a14:imgProps>
              </a:ext>
              <a:ext uri="{28A0092B-C50C-407E-A947-70E740481C1C}">
                <a14:useLocalDpi xmlns:a14="http://schemas.microsoft.com/office/drawing/2010/main"/>
              </a:ext>
            </a:extLst>
          </a:blip>
          <a:srcRect/>
          <a:stretch>
            <a:fillRect/>
          </a:stretch>
        </p:blipFill>
        <p:spPr bwMode="auto">
          <a:xfrm>
            <a:off x="1923204" y="1351975"/>
            <a:ext cx="1179490" cy="36634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Vitest Logo PNG, Vector (AI, EPS, CDR, PDF, SVG ...">
            <a:extLst>
              <a:ext uri="{FF2B5EF4-FFF2-40B4-BE49-F238E27FC236}">
                <a16:creationId xmlns:a16="http://schemas.microsoft.com/office/drawing/2014/main" id="{3FAEE8CF-FAE5-9ACA-4C6F-BE37370BA0C4}"/>
              </a:ext>
            </a:extLst>
          </p:cNvPr>
          <p:cNvPicPr>
            <a:picLocks noChangeAspect="1" noChangeArrowheads="1"/>
          </p:cNvPicPr>
          <p:nvPr/>
        </p:nvPicPr>
        <p:blipFill rotWithShape="1">
          <a:blip r:embed="rId12">
            <a:extLst>
              <a:ext uri="{28A0092B-C50C-407E-A947-70E740481C1C}">
                <a14:useLocalDpi xmlns:a14="http://schemas.microsoft.com/office/drawing/2010/main"/>
              </a:ext>
            </a:extLst>
          </a:blip>
          <a:srcRect/>
          <a:stretch>
            <a:fillRect/>
          </a:stretch>
        </p:blipFill>
        <p:spPr bwMode="auto">
          <a:xfrm>
            <a:off x="5670327" y="3291676"/>
            <a:ext cx="1104158" cy="32765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A9707DF8-9991-0D6E-EFDD-51886EF4D577}"/>
              </a:ext>
            </a:extLst>
          </p:cNvPr>
          <p:cNvPicPr>
            <a:picLocks noChangeAspect="1" noChangeArrowheads="1"/>
          </p:cNvPicPr>
          <p:nvPr/>
        </p:nvPicPr>
        <p:blipFill rotWithShape="1">
          <a:blip r:embed="rId13">
            <a:extLst>
              <a:ext uri="{28A0092B-C50C-407E-A947-70E740481C1C}">
                <a14:useLocalDpi xmlns:a14="http://schemas.microsoft.com/office/drawing/2010/main"/>
              </a:ext>
            </a:extLst>
          </a:blip>
          <a:srcRect l="6624" r="7002"/>
          <a:stretch>
            <a:fillRect/>
          </a:stretch>
        </p:blipFill>
        <p:spPr bwMode="auto">
          <a:xfrm>
            <a:off x="1981141" y="3061428"/>
            <a:ext cx="577648" cy="6687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hai - npm">
            <a:extLst>
              <a:ext uri="{FF2B5EF4-FFF2-40B4-BE49-F238E27FC236}">
                <a16:creationId xmlns:a16="http://schemas.microsoft.com/office/drawing/2014/main" id="{49510896-1F91-3CB4-B30E-85503970A66A}"/>
              </a:ext>
            </a:extLst>
          </p:cNvPr>
          <p:cNvPicPr>
            <a:picLocks noChangeAspect="1" noChangeArrowheads="1"/>
          </p:cNvPicPr>
          <p:nvPr/>
        </p:nvPicPr>
        <p:blipFill>
          <a:blip r:embed="rId14">
            <a:extLst>
              <a:ext uri="{28A0092B-C50C-407E-A947-70E740481C1C}">
                <a14:useLocalDpi xmlns:a14="http://schemas.microsoft.com/office/drawing/2010/main"/>
              </a:ext>
            </a:extLst>
          </a:blip>
          <a:srcRect/>
          <a:stretch>
            <a:fillRect/>
          </a:stretch>
        </p:blipFill>
        <p:spPr bwMode="auto">
          <a:xfrm>
            <a:off x="2663855" y="3063676"/>
            <a:ext cx="582491" cy="6549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de.js Logo PNG Transparent &amp; SVG Vector - Freebie Supply">
            <a:extLst>
              <a:ext uri="{FF2B5EF4-FFF2-40B4-BE49-F238E27FC236}">
                <a16:creationId xmlns:a16="http://schemas.microsoft.com/office/drawing/2014/main" id="{3CF4F086-16E3-3D81-8966-524332B93CF8}"/>
              </a:ext>
            </a:extLst>
          </p:cNvPr>
          <p:cNvPicPr>
            <a:picLocks noChangeAspect="1" noChangeArrowheads="1"/>
          </p:cNvPicPr>
          <p:nvPr/>
        </p:nvPicPr>
        <p:blipFill rotWithShape="1">
          <a:blip r:embed="rId15">
            <a:extLst>
              <a:ext uri="{28A0092B-C50C-407E-A947-70E740481C1C}">
                <a14:useLocalDpi xmlns:a14="http://schemas.microsoft.com/office/drawing/2010/main"/>
              </a:ext>
            </a:extLst>
          </a:blip>
          <a:srcRect l="10875" t="17766" r="11515" b="20207"/>
          <a:stretch>
            <a:fillRect/>
          </a:stretch>
        </p:blipFill>
        <p:spPr bwMode="auto">
          <a:xfrm>
            <a:off x="1989311" y="2050167"/>
            <a:ext cx="607615" cy="3642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ogo Postgresql - Free Transparent PNG Clipart Images Download">
            <a:extLst>
              <a:ext uri="{FF2B5EF4-FFF2-40B4-BE49-F238E27FC236}">
                <a16:creationId xmlns:a16="http://schemas.microsoft.com/office/drawing/2014/main" id="{CDF260A3-A60D-C5AC-C8BA-DA99F7B5A1A9}"/>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917" b="100000" l="2976" r="95833">
                        <a14:foregroundMark x1="9762" y1="8307" x2="13810" y2="44089"/>
                        <a14:foregroundMark x1="13810" y1="44089" x2="17143" y2="55591"/>
                        <a14:foregroundMark x1="5833" y1="23323" x2="15119" y2="48562"/>
                        <a14:foregroundMark x1="15119" y1="48562" x2="15952" y2="49521"/>
                        <a14:foregroundMark x1="39643" y1="38019" x2="39643" y2="38019"/>
                        <a14:foregroundMark x1="42500" y1="47604" x2="42500" y2="47604"/>
                        <a14:foregroundMark x1="51429" y1="45687" x2="51429" y2="45687"/>
                        <a14:foregroundMark x1="54405" y1="42492" x2="54405" y2="42492"/>
                        <a14:foregroundMark x1="60952" y1="48243" x2="60952" y2="48243"/>
                        <a14:foregroundMark x1="62738" y1="47284" x2="62738" y2="47284"/>
                        <a14:foregroundMark x1="70476" y1="52077" x2="70476" y2="52077"/>
                        <a14:foregroundMark x1="73452" y1="45367" x2="73452" y2="45367"/>
                        <a14:foregroundMark x1="96071" y1="60703" x2="96071" y2="60703"/>
                        <a14:foregroundMark x1="84524" y1="34185" x2="84524" y2="34185"/>
                        <a14:foregroundMark x1="3095" y1="20447" x2="7262" y2="46006"/>
                        <a14:backgroundMark x1="49167" y1="15655" x2="49167" y2="15655"/>
                        <a14:backgroundMark x1="42024" y1="13419" x2="48214" y2="18211"/>
                        <a14:backgroundMark x1="42024" y1="86581" x2="42024" y2="86581"/>
                        <a14:backgroundMark x1="34524" y1="93291" x2="34524" y2="93291"/>
                        <a14:backgroundMark x1="9167" y1="92652" x2="9167" y2="92652"/>
                        <a14:backgroundMark x1="34524" y1="88818" x2="65714" y2="89457"/>
                        <a14:backgroundMark x1="65714" y1="89457" x2="71786" y2="86581"/>
                        <a14:backgroundMark x1="44167" y1="79872" x2="49762" y2="99681"/>
                        <a14:backgroundMark x1="89048" y1="80192" x2="42976" y2="90735"/>
                        <a14:backgroundMark x1="89167" y1="57508" x2="89643" y2="63898"/>
                      </a14:backgroundRemoval>
                    </a14:imgEffect>
                  </a14:imgLayer>
                </a14:imgProps>
              </a:ext>
              <a:ext uri="{28A0092B-C50C-407E-A947-70E740481C1C}">
                <a14:useLocalDpi xmlns:a14="http://schemas.microsoft.com/office/drawing/2010/main"/>
              </a:ext>
            </a:extLst>
          </a:blip>
          <a:srcRect/>
          <a:stretch>
            <a:fillRect/>
          </a:stretch>
        </p:blipFill>
        <p:spPr bwMode="auto">
          <a:xfrm>
            <a:off x="2663855" y="2010928"/>
            <a:ext cx="1244853" cy="463362"/>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0C619FDB-FB99-0E2A-0D0C-FC71B5063294}"/>
              </a:ext>
            </a:extLst>
          </p:cNvPr>
          <p:cNvGrpSpPr/>
          <p:nvPr/>
        </p:nvGrpSpPr>
        <p:grpSpPr>
          <a:xfrm>
            <a:off x="3969981" y="2105054"/>
            <a:ext cx="1041521" cy="260652"/>
            <a:chOff x="4205638" y="2267498"/>
            <a:chExt cx="1041521" cy="260652"/>
          </a:xfrm>
        </p:grpSpPr>
        <p:pic>
          <p:nvPicPr>
            <p:cNvPr id="14" name="Picture 8" descr="Behind the Scenes of ExpressJS: A Deep Dive into Nodejs' Most Popular  Library | Level Up Coding">
              <a:extLst>
                <a:ext uri="{FF2B5EF4-FFF2-40B4-BE49-F238E27FC236}">
                  <a16:creationId xmlns:a16="http://schemas.microsoft.com/office/drawing/2014/main" id="{36860AAA-D90F-4021-895A-E1618632D3A2}"/>
                </a:ext>
              </a:extLst>
            </p:cNvPr>
            <p:cNvPicPr>
              <a:picLocks noChangeAspect="1" noChangeArrowheads="1"/>
            </p:cNvPicPr>
            <p:nvPr/>
          </p:nvPicPr>
          <p:blipFill rotWithShape="1">
            <a:blip r:embed="rId18">
              <a:extLst>
                <a:ext uri="{28A0092B-C50C-407E-A947-70E740481C1C}">
                  <a14:useLocalDpi xmlns:a14="http://schemas.microsoft.com/office/drawing/2010/main"/>
                </a:ext>
              </a:extLst>
            </a:blip>
            <a:srcRect/>
            <a:stretch>
              <a:fillRect/>
            </a:stretch>
          </p:blipFill>
          <p:spPr bwMode="auto">
            <a:xfrm>
              <a:off x="5002286" y="2267498"/>
              <a:ext cx="244873" cy="25443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6CC40766-613B-5B75-F024-7EF480CAF640}"/>
                </a:ext>
              </a:extLst>
            </p:cNvPr>
            <p:cNvPicPr>
              <a:picLocks noChangeAspect="1" noChangeArrowheads="1"/>
            </p:cNvPicPr>
            <p:nvPr/>
          </p:nvPicPr>
          <p:blipFill rotWithShape="1">
            <a:blip r:embed="rId19">
              <a:extLst>
                <a:ext uri="{28A0092B-C50C-407E-A947-70E740481C1C}">
                  <a14:useLocalDpi xmlns:a14="http://schemas.microsoft.com/office/drawing/2010/main"/>
                </a:ext>
              </a:extLst>
            </a:blip>
            <a:srcRect l="1802" t="-1790" r="7140" b="1790"/>
            <a:stretch>
              <a:fillRect/>
            </a:stretch>
          </p:blipFill>
          <p:spPr bwMode="auto">
            <a:xfrm>
              <a:off x="4205638" y="2273715"/>
              <a:ext cx="764058" cy="2544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a:extLst>
              <a:ext uri="{FF2B5EF4-FFF2-40B4-BE49-F238E27FC236}">
                <a16:creationId xmlns:a16="http://schemas.microsoft.com/office/drawing/2014/main" id="{AFD08421-86D9-9D35-D2D9-112C1164D72E}"/>
              </a:ext>
            </a:extLst>
          </p:cNvPr>
          <p:cNvGrpSpPr/>
          <p:nvPr/>
        </p:nvGrpSpPr>
        <p:grpSpPr>
          <a:xfrm>
            <a:off x="7747456" y="2125403"/>
            <a:ext cx="1041521" cy="260652"/>
            <a:chOff x="4205638" y="2267498"/>
            <a:chExt cx="1041521" cy="260652"/>
          </a:xfrm>
        </p:grpSpPr>
        <p:pic>
          <p:nvPicPr>
            <p:cNvPr id="19" name="Picture 8" descr="Behind the Scenes of ExpressJS: A Deep Dive into Nodejs' Most Popular  Library | Level Up Coding">
              <a:extLst>
                <a:ext uri="{FF2B5EF4-FFF2-40B4-BE49-F238E27FC236}">
                  <a16:creationId xmlns:a16="http://schemas.microsoft.com/office/drawing/2014/main" id="{DF19D02B-3F30-4D4D-BFC7-ED18E0D8D59D}"/>
                </a:ext>
              </a:extLst>
            </p:cNvPr>
            <p:cNvPicPr>
              <a:picLocks noChangeAspect="1" noChangeArrowheads="1"/>
            </p:cNvPicPr>
            <p:nvPr/>
          </p:nvPicPr>
          <p:blipFill rotWithShape="1">
            <a:blip r:embed="rId18">
              <a:extLst>
                <a:ext uri="{28A0092B-C50C-407E-A947-70E740481C1C}">
                  <a14:useLocalDpi xmlns:a14="http://schemas.microsoft.com/office/drawing/2010/main"/>
                </a:ext>
              </a:extLst>
            </a:blip>
            <a:srcRect/>
            <a:stretch>
              <a:fillRect/>
            </a:stretch>
          </p:blipFill>
          <p:spPr bwMode="auto">
            <a:xfrm>
              <a:off x="5002286" y="2267498"/>
              <a:ext cx="244873" cy="25443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a:extLst>
                <a:ext uri="{FF2B5EF4-FFF2-40B4-BE49-F238E27FC236}">
                  <a16:creationId xmlns:a16="http://schemas.microsoft.com/office/drawing/2014/main" id="{0BB943E8-EEA5-B589-37D2-6A99CBED0C58}"/>
                </a:ext>
              </a:extLst>
            </p:cNvPr>
            <p:cNvPicPr>
              <a:picLocks noChangeAspect="1" noChangeArrowheads="1"/>
            </p:cNvPicPr>
            <p:nvPr/>
          </p:nvPicPr>
          <p:blipFill rotWithShape="1">
            <a:blip r:embed="rId19">
              <a:extLst>
                <a:ext uri="{28A0092B-C50C-407E-A947-70E740481C1C}">
                  <a14:useLocalDpi xmlns:a14="http://schemas.microsoft.com/office/drawing/2010/main"/>
                </a:ext>
              </a:extLst>
            </a:blip>
            <a:srcRect l="1802" t="-1790" r="7140" b="1790"/>
            <a:stretch>
              <a:fillRect/>
            </a:stretch>
          </p:blipFill>
          <p:spPr bwMode="auto">
            <a:xfrm>
              <a:off x="4205638" y="2273715"/>
              <a:ext cx="764058" cy="254435"/>
            </a:xfrm>
            <a:prstGeom prst="rect">
              <a:avLst/>
            </a:prstGeom>
            <a:noFill/>
            <a:extLst>
              <a:ext uri="{909E8E84-426E-40DD-AFC4-6F175D3DCCD1}">
                <a14:hiddenFill xmlns:a14="http://schemas.microsoft.com/office/drawing/2010/main">
                  <a:solidFill>
                    <a:srgbClr val="FFFFFF"/>
                  </a:solidFill>
                </a14:hiddenFill>
              </a:ext>
            </a:extLst>
          </p:spPr>
        </p:pic>
      </p:grpSp>
      <p:pic>
        <p:nvPicPr>
          <p:cNvPr id="21" name="Picture 10" descr="Logo Postgresql - Free Transparent PNG Clipart Images Download">
            <a:extLst>
              <a:ext uri="{FF2B5EF4-FFF2-40B4-BE49-F238E27FC236}">
                <a16:creationId xmlns:a16="http://schemas.microsoft.com/office/drawing/2014/main" id="{D7613977-9506-1509-D2EE-6BAAC6400FA5}"/>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917" b="100000" l="2976" r="95833">
                        <a14:foregroundMark x1="9762" y1="8307" x2="13810" y2="44089"/>
                        <a14:foregroundMark x1="13810" y1="44089" x2="17143" y2="55591"/>
                        <a14:foregroundMark x1="5833" y1="23323" x2="15119" y2="48562"/>
                        <a14:foregroundMark x1="15119" y1="48562" x2="15952" y2="49521"/>
                        <a14:foregroundMark x1="39643" y1="38019" x2="39643" y2="38019"/>
                        <a14:foregroundMark x1="42500" y1="47604" x2="42500" y2="47604"/>
                        <a14:foregroundMark x1="51429" y1="45687" x2="51429" y2="45687"/>
                        <a14:foregroundMark x1="54405" y1="42492" x2="54405" y2="42492"/>
                        <a14:foregroundMark x1="60952" y1="48243" x2="60952" y2="48243"/>
                        <a14:foregroundMark x1="62738" y1="47284" x2="62738" y2="47284"/>
                        <a14:foregroundMark x1="70476" y1="52077" x2="70476" y2="52077"/>
                        <a14:foregroundMark x1="73452" y1="45367" x2="73452" y2="45367"/>
                        <a14:foregroundMark x1="96071" y1="60703" x2="96071" y2="60703"/>
                        <a14:foregroundMark x1="84524" y1="34185" x2="84524" y2="34185"/>
                        <a14:foregroundMark x1="3095" y1="20447" x2="7262" y2="46006"/>
                        <a14:backgroundMark x1="49167" y1="15655" x2="49167" y2="15655"/>
                        <a14:backgroundMark x1="42024" y1="13419" x2="48214" y2="18211"/>
                        <a14:backgroundMark x1="42024" y1="86581" x2="42024" y2="86581"/>
                        <a14:backgroundMark x1="34524" y1="93291" x2="34524" y2="93291"/>
                        <a14:backgroundMark x1="9167" y1="92652" x2="9167" y2="92652"/>
                        <a14:backgroundMark x1="34524" y1="88818" x2="65714" y2="89457"/>
                        <a14:backgroundMark x1="65714" y1="89457" x2="71786" y2="86581"/>
                        <a14:backgroundMark x1="44167" y1="79872" x2="49762" y2="99681"/>
                        <a14:backgroundMark x1="89048" y1="80192" x2="42976" y2="90735"/>
                        <a14:backgroundMark x1="89167" y1="57508" x2="89643" y2="63898"/>
                      </a14:backgroundRemoval>
                    </a14:imgEffect>
                  </a14:imgLayer>
                </a14:imgProps>
              </a:ext>
              <a:ext uri="{28A0092B-C50C-407E-A947-70E740481C1C}">
                <a14:useLocalDpi xmlns:a14="http://schemas.microsoft.com/office/drawing/2010/main"/>
              </a:ext>
            </a:extLst>
          </a:blip>
          <a:srcRect/>
          <a:stretch>
            <a:fillRect/>
          </a:stretch>
        </p:blipFill>
        <p:spPr bwMode="auto">
          <a:xfrm>
            <a:off x="6440151" y="2025054"/>
            <a:ext cx="1244853" cy="4633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7873EB-F092-FD4E-F2A0-6DBB5BB77F3C}"/>
              </a:ext>
            </a:extLst>
          </p:cNvPr>
          <p:cNvSpPr txBox="1"/>
          <p:nvPr/>
        </p:nvSpPr>
        <p:spPr>
          <a:xfrm>
            <a:off x="171750" y="1318038"/>
            <a:ext cx="899605" cy="307777"/>
          </a:xfrm>
          <a:prstGeom prst="rect">
            <a:avLst/>
          </a:prstGeom>
          <a:noFill/>
        </p:spPr>
        <p:txBody>
          <a:bodyPr wrap="none" rtlCol="0">
            <a:spAutoFit/>
          </a:bodyPr>
          <a:lstStyle/>
          <a:p>
            <a:r>
              <a:rPr lang="en-US"/>
              <a:t>Frontend</a:t>
            </a:r>
          </a:p>
        </p:txBody>
      </p:sp>
      <p:pic>
        <p:nvPicPr>
          <p:cNvPr id="22" name="Picture 2" descr="HTML Webpack Combine Multiple Configs Plugin | @qwtel">
            <a:extLst>
              <a:ext uri="{FF2B5EF4-FFF2-40B4-BE49-F238E27FC236}">
                <a16:creationId xmlns:a16="http://schemas.microsoft.com/office/drawing/2014/main" id="{AA0E13BA-EFFB-5D35-9F08-8A58F4FB2E78}"/>
              </a:ext>
            </a:extLst>
          </p:cNvPr>
          <p:cNvPicPr>
            <a:picLocks noChangeAspect="1" noChangeArrowheads="1"/>
          </p:cNvPicPr>
          <p:nvPr/>
        </p:nvPicPr>
        <p:blipFill rotWithShape="1">
          <a:blip r:embed="rId20">
            <a:extLst>
              <a:ext uri="{28A0092B-C50C-407E-A947-70E740481C1C}">
                <a14:useLocalDpi xmlns:a14="http://schemas.microsoft.com/office/drawing/2010/main"/>
              </a:ext>
            </a:extLst>
          </a:blip>
          <a:srcRect l="10665" t="29113" r="11427" b="28429"/>
          <a:stretch>
            <a:fillRect/>
          </a:stretch>
        </p:blipFill>
        <p:spPr bwMode="auto">
          <a:xfrm>
            <a:off x="2000735" y="2611257"/>
            <a:ext cx="1285546" cy="39408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F9A8F80-D1B2-C85F-9D20-25BDDD16A6EB}"/>
              </a:ext>
            </a:extLst>
          </p:cNvPr>
          <p:cNvSpPr txBox="1"/>
          <p:nvPr/>
        </p:nvSpPr>
        <p:spPr>
          <a:xfrm>
            <a:off x="171579" y="1974634"/>
            <a:ext cx="881973" cy="307777"/>
          </a:xfrm>
          <a:prstGeom prst="rect">
            <a:avLst/>
          </a:prstGeom>
          <a:noFill/>
        </p:spPr>
        <p:txBody>
          <a:bodyPr wrap="none" rtlCol="0">
            <a:spAutoFit/>
          </a:bodyPr>
          <a:lstStyle/>
          <a:p>
            <a:r>
              <a:rPr lang="en-US" dirty="0"/>
              <a:t>Backend</a:t>
            </a:r>
          </a:p>
        </p:txBody>
      </p:sp>
      <p:sp>
        <p:nvSpPr>
          <p:cNvPr id="24" name="TextBox 23">
            <a:extLst>
              <a:ext uri="{FF2B5EF4-FFF2-40B4-BE49-F238E27FC236}">
                <a16:creationId xmlns:a16="http://schemas.microsoft.com/office/drawing/2014/main" id="{E27E19DC-E7B5-473A-649D-BF7BF2465254}"/>
              </a:ext>
            </a:extLst>
          </p:cNvPr>
          <p:cNvSpPr txBox="1"/>
          <p:nvPr/>
        </p:nvSpPr>
        <p:spPr>
          <a:xfrm>
            <a:off x="171579" y="3311554"/>
            <a:ext cx="771365" cy="307777"/>
          </a:xfrm>
          <a:prstGeom prst="rect">
            <a:avLst/>
          </a:prstGeom>
          <a:noFill/>
        </p:spPr>
        <p:txBody>
          <a:bodyPr wrap="none" rtlCol="0">
            <a:spAutoFit/>
          </a:bodyPr>
          <a:lstStyle/>
          <a:p>
            <a:r>
              <a:rPr lang="en-US" dirty="0"/>
              <a:t>Testing</a:t>
            </a:r>
          </a:p>
        </p:txBody>
      </p:sp>
      <p:sp>
        <p:nvSpPr>
          <p:cNvPr id="25" name="TextBox 24">
            <a:extLst>
              <a:ext uri="{FF2B5EF4-FFF2-40B4-BE49-F238E27FC236}">
                <a16:creationId xmlns:a16="http://schemas.microsoft.com/office/drawing/2014/main" id="{246C71EB-8A4E-26F6-31AE-325FF5CA10E8}"/>
              </a:ext>
            </a:extLst>
          </p:cNvPr>
          <p:cNvSpPr txBox="1"/>
          <p:nvPr/>
        </p:nvSpPr>
        <p:spPr>
          <a:xfrm>
            <a:off x="171579" y="2676443"/>
            <a:ext cx="981359" cy="307777"/>
          </a:xfrm>
          <a:prstGeom prst="rect">
            <a:avLst/>
          </a:prstGeom>
          <a:noFill/>
        </p:spPr>
        <p:txBody>
          <a:bodyPr wrap="none" rtlCol="0">
            <a:spAutoFit/>
          </a:bodyPr>
          <a:lstStyle/>
          <a:p>
            <a:r>
              <a:rPr lang="en-US" dirty="0"/>
              <a:t>Build Tool</a:t>
            </a:r>
          </a:p>
        </p:txBody>
      </p:sp>
      <p:pic>
        <p:nvPicPr>
          <p:cNvPr id="26" name="Picture 8" descr="Node.js Logo PNG Transparent &amp; SVG Vector - Freebie Supply">
            <a:extLst>
              <a:ext uri="{FF2B5EF4-FFF2-40B4-BE49-F238E27FC236}">
                <a16:creationId xmlns:a16="http://schemas.microsoft.com/office/drawing/2014/main" id="{1D5C9228-E370-28EF-5181-456106370B9A}"/>
              </a:ext>
            </a:extLst>
          </p:cNvPr>
          <p:cNvPicPr>
            <a:picLocks noChangeAspect="1" noChangeArrowheads="1"/>
          </p:cNvPicPr>
          <p:nvPr/>
        </p:nvPicPr>
        <p:blipFill rotWithShape="1">
          <a:blip r:embed="rId15">
            <a:extLst>
              <a:ext uri="{28A0092B-C50C-407E-A947-70E740481C1C}">
                <a14:useLocalDpi xmlns:a14="http://schemas.microsoft.com/office/drawing/2010/main"/>
              </a:ext>
            </a:extLst>
          </a:blip>
          <a:srcRect l="10875" t="17766" r="11515" b="20207"/>
          <a:stretch>
            <a:fillRect/>
          </a:stretch>
        </p:blipFill>
        <p:spPr bwMode="auto">
          <a:xfrm>
            <a:off x="5614791" y="2058728"/>
            <a:ext cx="607615" cy="364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786366"/>
      </p:ext>
    </p:extLst>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4CF8A9E-144F-31F7-D0D0-BAFD834F049D}"/>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5D4476EA-E203-DA94-F44E-67CB36ECCDDE}"/>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80955AEF-C170-8A84-70D0-DDF68EFC20C9}"/>
              </a:ext>
            </a:extLst>
          </p:cNvPr>
          <p:cNvSpPr>
            <a:spLocks noGrp="1"/>
          </p:cNvSpPr>
          <p:nvPr>
            <p:ph type="body" idx="1"/>
          </p:nvPr>
        </p:nvSpPr>
        <p:spPr>
          <a:xfrm>
            <a:off x="297293" y="585777"/>
            <a:ext cx="8195543" cy="4372102"/>
          </a:xfrm>
        </p:spPr>
        <p:txBody>
          <a:bodyPr>
            <a:normAutofit/>
          </a:bodyPr>
          <a:lstStyle/>
          <a:p>
            <a:pPr>
              <a:lnSpc>
                <a:spcPct val="114999"/>
              </a:lnSpc>
            </a:pPr>
            <a:r>
              <a:rPr lang="en-US" dirty="0">
                <a:solidFill>
                  <a:schemeClr val="bg2">
                    <a:lumMod val="40000"/>
                    <a:lumOff val="60000"/>
                  </a:schemeClr>
                </a:solidFill>
              </a:rPr>
              <a:t>GRNsight is an open-source tool that allows for easier visualization </a:t>
            </a:r>
          </a:p>
          <a:p>
            <a:pPr>
              <a:lnSpc>
                <a:spcPct val="114999"/>
              </a:lnSpc>
              <a:buNone/>
            </a:pPr>
            <a:r>
              <a:rPr lang="en-US" dirty="0">
                <a:solidFill>
                  <a:schemeClr val="bg2">
                    <a:lumMod val="40000"/>
                    <a:lumOff val="60000"/>
                  </a:schemeClr>
                </a:solidFill>
              </a:rPr>
              <a:t>     of Gene Regulatory Network (GRN) and Protein-Protein Interactions (PPI).</a:t>
            </a:r>
          </a:p>
          <a:p>
            <a:pPr>
              <a:lnSpc>
                <a:spcPct val="114999"/>
              </a:lnSpc>
            </a:pPr>
            <a:r>
              <a:rPr lang="en-US" dirty="0">
                <a:solidFill>
                  <a:schemeClr val="bg2">
                    <a:lumMod val="40000"/>
                    <a:lumOff val="60000"/>
                  </a:schemeClr>
                </a:solidFill>
              </a:rPr>
              <a:t>GRNsight is an integral part of a data analysis workflow for biologists who model GRNs. </a:t>
            </a:r>
          </a:p>
          <a:p>
            <a:pPr>
              <a:lnSpc>
                <a:spcPct val="114999"/>
              </a:lnSpc>
            </a:pPr>
            <a:r>
              <a:rPr lang="en-US" dirty="0" err="1">
                <a:solidFill>
                  <a:schemeClr val="bg2">
                    <a:lumMod val="40000"/>
                    <a:lumOff val="60000"/>
                  </a:schemeClr>
                </a:solidFill>
              </a:rPr>
              <a:t>GRNsight’s</a:t>
            </a:r>
            <a:r>
              <a:rPr lang="en-US" dirty="0">
                <a:solidFill>
                  <a:schemeClr val="bg2">
                    <a:lumMod val="40000"/>
                    <a:lumOff val="60000"/>
                  </a:schemeClr>
                </a:solidFill>
              </a:rPr>
              <a:t> interface was originally built using older web tools, leading to repeated code and difficult user interface updates.</a:t>
            </a:r>
          </a:p>
          <a:p>
            <a:pPr>
              <a:lnSpc>
                <a:spcPct val="114999"/>
              </a:lnSpc>
            </a:pPr>
            <a:r>
              <a:rPr lang="en-US" dirty="0">
                <a:solidFill>
                  <a:schemeClr val="bg2">
                    <a:lumMod val="40000"/>
                    <a:lumOff val="60000"/>
                  </a:schemeClr>
                </a:solidFill>
              </a:rPr>
              <a:t>I have migrated </a:t>
            </a:r>
            <a:r>
              <a:rPr lang="en-US" dirty="0" err="1">
                <a:solidFill>
                  <a:schemeClr val="bg2">
                    <a:lumMod val="40000"/>
                    <a:lumOff val="60000"/>
                  </a:schemeClr>
                </a:solidFill>
              </a:rPr>
              <a:t>GRNsight’s</a:t>
            </a:r>
            <a:r>
              <a:rPr lang="en-US" dirty="0">
                <a:solidFill>
                  <a:schemeClr val="bg2">
                    <a:lumMod val="40000"/>
                    <a:lumOff val="60000"/>
                  </a:schemeClr>
                </a:solidFill>
              </a:rPr>
              <a:t> user interface to React Vite and Grommet UI which are modern, scalable, and industry-standard frameworks.</a:t>
            </a:r>
          </a:p>
          <a:p>
            <a:pPr>
              <a:lnSpc>
                <a:spcPct val="114999"/>
              </a:lnSpc>
            </a:pPr>
            <a:r>
              <a:rPr lang="en-US" dirty="0">
                <a:solidFill>
                  <a:schemeClr val="tx1"/>
                </a:solidFill>
              </a:rPr>
              <a:t>GRNsight React migration has resulted in user interface improvements and bug fixes that enhance the user experience for biologists.</a:t>
            </a:r>
          </a:p>
        </p:txBody>
      </p:sp>
    </p:spTree>
    <p:extLst>
      <p:ext uri="{BB962C8B-B14F-4D97-AF65-F5344CB8AC3E}">
        <p14:creationId xmlns:p14="http://schemas.microsoft.com/office/powerpoint/2010/main" val="41873249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951C6-8A79-8FB5-47F9-15F4818D0EE0}"/>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B43A772A-268F-6B49-C3EB-BCF1167B934C}"/>
              </a:ext>
            </a:extLst>
          </p:cNvPr>
          <p:cNvGrpSpPr/>
          <p:nvPr/>
        </p:nvGrpSpPr>
        <p:grpSpPr>
          <a:xfrm>
            <a:off x="1173523" y="799034"/>
            <a:ext cx="6370278" cy="3938065"/>
            <a:chOff x="1396788" y="843860"/>
            <a:chExt cx="6350425" cy="3792042"/>
          </a:xfrm>
        </p:grpSpPr>
        <p:pic>
          <p:nvPicPr>
            <p:cNvPr id="16" name="Picture 15">
              <a:extLst>
                <a:ext uri="{FF2B5EF4-FFF2-40B4-BE49-F238E27FC236}">
                  <a16:creationId xmlns:a16="http://schemas.microsoft.com/office/drawing/2014/main" id="{033F453F-D6A7-7B83-EF69-73613738EBE7}"/>
                </a:ext>
              </a:extLst>
            </p:cNvPr>
            <p:cNvPicPr>
              <a:picLocks noChangeAspect="1"/>
            </p:cNvPicPr>
            <p:nvPr/>
          </p:nvPicPr>
          <p:blipFill>
            <a:blip r:embed="rId4"/>
            <a:srcRect t="1381" b="1317"/>
            <a:stretch>
              <a:fillRect/>
            </a:stretch>
          </p:blipFill>
          <p:spPr>
            <a:xfrm>
              <a:off x="1396788" y="843860"/>
              <a:ext cx="6343112" cy="3754972"/>
            </a:xfrm>
            <a:prstGeom prst="rect">
              <a:avLst/>
            </a:prstGeom>
          </p:spPr>
        </p:pic>
        <p:pic>
          <p:nvPicPr>
            <p:cNvPr id="12" name="Picture 11">
              <a:extLst>
                <a:ext uri="{FF2B5EF4-FFF2-40B4-BE49-F238E27FC236}">
                  <a16:creationId xmlns:a16="http://schemas.microsoft.com/office/drawing/2014/main" id="{07A02A7D-F78E-3320-F0FB-453541B8DBD4}"/>
                </a:ext>
              </a:extLst>
            </p:cNvPr>
            <p:cNvPicPr>
              <a:picLocks noChangeAspect="1"/>
            </p:cNvPicPr>
            <p:nvPr/>
          </p:nvPicPr>
          <p:blipFill>
            <a:blip r:embed="rId5"/>
            <a:srcRect l="10469" t="176" r="80494" b="-176"/>
            <a:stretch>
              <a:fillRect/>
            </a:stretch>
          </p:blipFill>
          <p:spPr>
            <a:xfrm flipH="1">
              <a:off x="7701494" y="1435026"/>
              <a:ext cx="45719" cy="3200876"/>
            </a:xfrm>
            <a:prstGeom prst="rect">
              <a:avLst/>
            </a:prstGeom>
          </p:spPr>
        </p:pic>
      </p:grpSp>
      <p:sp>
        <p:nvSpPr>
          <p:cNvPr id="3" name="TextBox 2">
            <a:extLst>
              <a:ext uri="{FF2B5EF4-FFF2-40B4-BE49-F238E27FC236}">
                <a16:creationId xmlns:a16="http://schemas.microsoft.com/office/drawing/2014/main" id="{DF870272-B890-9ECE-C8E4-64889A4C6519}"/>
              </a:ext>
            </a:extLst>
          </p:cNvPr>
          <p:cNvSpPr txBox="1"/>
          <p:nvPr/>
        </p:nvSpPr>
        <p:spPr>
          <a:xfrm>
            <a:off x="176414" y="135974"/>
            <a:ext cx="8799384" cy="707886"/>
          </a:xfrm>
          <a:prstGeom prst="rect">
            <a:avLst/>
          </a:prstGeom>
          <a:noFill/>
        </p:spPr>
        <p:txBody>
          <a:bodyPr wrap="square" lIns="91440" tIns="45720" rIns="91440" bIns="45720" anchor="t">
            <a:spAutoFit/>
          </a:bodyPr>
          <a:lstStyle/>
          <a:p>
            <a:r>
              <a:rPr lang="en-US" sz="2000" b="1" dirty="0">
                <a:solidFill>
                  <a:srgbClr val="16693F"/>
                </a:solidFill>
                <a:ea typeface="Sans Serif Collection"/>
                <a:cs typeface="Sans Serif Collection"/>
              </a:rPr>
              <a:t>GRNsight React went live on October 15, 2025, </a:t>
            </a:r>
          </a:p>
          <a:p>
            <a:r>
              <a:rPr lang="en-US" sz="2000" b="1" dirty="0">
                <a:solidFill>
                  <a:srgbClr val="16693F"/>
                </a:solidFill>
                <a:ea typeface="Sans Serif Collection"/>
                <a:cs typeface="Sans Serif Collection"/>
              </a:rPr>
              <a:t>and can now display graphs</a:t>
            </a:r>
          </a:p>
        </p:txBody>
      </p:sp>
      <p:sp>
        <p:nvSpPr>
          <p:cNvPr id="5" name="TextBox 4">
            <a:extLst>
              <a:ext uri="{FF2B5EF4-FFF2-40B4-BE49-F238E27FC236}">
                <a16:creationId xmlns:a16="http://schemas.microsoft.com/office/drawing/2014/main" id="{AF326B1F-4BE3-E386-0A5C-07C7A5044920}"/>
              </a:ext>
            </a:extLst>
          </p:cNvPr>
          <p:cNvSpPr txBox="1"/>
          <p:nvPr/>
        </p:nvSpPr>
        <p:spPr>
          <a:xfrm>
            <a:off x="1767625" y="4598832"/>
            <a:ext cx="5608750" cy="523220"/>
          </a:xfrm>
          <a:prstGeom prst="rect">
            <a:avLst/>
          </a:prstGeom>
          <a:noFill/>
        </p:spPr>
        <p:txBody>
          <a:bodyPr wrap="square">
            <a:spAutoFit/>
          </a:bodyPr>
          <a:lstStyle/>
          <a:p>
            <a:pPr marL="228600" indent="-228600">
              <a:buFont typeface="Arial" panose="020B0604020202020204" pitchFamily="34" charset="0"/>
              <a:buChar char="•"/>
            </a:pPr>
            <a:r>
              <a:rPr lang="en-US" dirty="0">
                <a:hlinkClick r:id="rId6"/>
              </a:rPr>
              <a:t>https://dondi.github.io/GRNsight/react-thesis-4081/</a:t>
            </a:r>
            <a:endParaRPr lang="en-US" dirty="0"/>
          </a:p>
          <a:p>
            <a:pPr marL="228600" indent="-228600">
              <a:buFont typeface="Arial" panose="020B0604020202020204" pitchFamily="34" charset="0"/>
              <a:buChar char="•"/>
            </a:pPr>
            <a:r>
              <a:rPr lang="en-US" dirty="0"/>
              <a:t>Viewport size, panning, and zoom are available graph features</a:t>
            </a:r>
          </a:p>
        </p:txBody>
      </p:sp>
    </p:spTree>
    <p:extLst>
      <p:ext uri="{BB962C8B-B14F-4D97-AF65-F5344CB8AC3E}">
        <p14:creationId xmlns:p14="http://schemas.microsoft.com/office/powerpoint/2010/main" val="1794536518"/>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4DB5068-EED0-90FC-366E-AABCF8D5452B}"/>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179614" y="800100"/>
            <a:ext cx="2737476" cy="4213957"/>
          </a:xfrm>
          <a:prstGeom prst="rect">
            <a:avLst/>
          </a:prstGeom>
        </p:spPr>
      </p:pic>
      <p:sp>
        <p:nvSpPr>
          <p:cNvPr id="7" name="Right Arrow 15">
            <a:extLst>
              <a:ext uri="{FF2B5EF4-FFF2-40B4-BE49-F238E27FC236}">
                <a16:creationId xmlns:a16="http://schemas.microsoft.com/office/drawing/2014/main" id="{B6140167-E24D-C783-E9D6-0EAA92813965}"/>
              </a:ext>
            </a:extLst>
          </p:cNvPr>
          <p:cNvSpPr/>
          <p:nvPr/>
        </p:nvSpPr>
        <p:spPr>
          <a:xfrm>
            <a:off x="5481270" y="1448965"/>
            <a:ext cx="593889" cy="332918"/>
          </a:xfrm>
          <a:prstGeom prst="rightArrow">
            <a:avLst/>
          </a:prstGeom>
          <a:solidFill>
            <a:srgbClr val="1669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3DF7504-377D-EB6B-17D9-9815A02209FE}"/>
              </a:ext>
            </a:extLst>
          </p:cNvPr>
          <p:cNvSpPr txBox="1"/>
          <p:nvPr/>
        </p:nvSpPr>
        <p:spPr>
          <a:xfrm>
            <a:off x="172308" y="115869"/>
            <a:ext cx="8799384" cy="400110"/>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React allows the fast implementation of collapsible side panels</a:t>
            </a:r>
            <a:endParaRPr lang="en-US">
              <a:ea typeface="Sans Serif Collection"/>
            </a:endParaRPr>
          </a:p>
        </p:txBody>
      </p:sp>
      <p:pic>
        <p:nvPicPr>
          <p:cNvPr id="6" name="Picture 5">
            <a:extLst>
              <a:ext uri="{FF2B5EF4-FFF2-40B4-BE49-F238E27FC236}">
                <a16:creationId xmlns:a16="http://schemas.microsoft.com/office/drawing/2014/main" id="{6F1D3ACC-BEA3-4827-8DBB-33182141FA14}"/>
              </a:ext>
            </a:extLst>
          </p:cNvPr>
          <p:cNvPicPr>
            <a:picLocks noChangeAspect="1"/>
          </p:cNvPicPr>
          <p:nvPr/>
        </p:nvPicPr>
        <p:blipFill>
          <a:blip r:embed="rId4"/>
          <a:srcRect t="1594"/>
          <a:stretch>
            <a:fillRect/>
          </a:stretch>
        </p:blipFill>
        <p:spPr>
          <a:xfrm>
            <a:off x="3930927" y="867265"/>
            <a:ext cx="1709213" cy="4145607"/>
          </a:xfrm>
          <a:prstGeom prst="rect">
            <a:avLst/>
          </a:prstGeom>
        </p:spPr>
      </p:pic>
      <p:pic>
        <p:nvPicPr>
          <p:cNvPr id="12" name="Picture 11">
            <a:extLst>
              <a:ext uri="{FF2B5EF4-FFF2-40B4-BE49-F238E27FC236}">
                <a16:creationId xmlns:a16="http://schemas.microsoft.com/office/drawing/2014/main" id="{F2391042-685D-753A-12D5-B22A6CF1F9E1}"/>
              </a:ext>
            </a:extLst>
          </p:cNvPr>
          <p:cNvPicPr>
            <a:picLocks noChangeAspect="1"/>
          </p:cNvPicPr>
          <p:nvPr/>
        </p:nvPicPr>
        <p:blipFill>
          <a:blip r:embed="rId5"/>
          <a:stretch>
            <a:fillRect/>
          </a:stretch>
        </p:blipFill>
        <p:spPr>
          <a:xfrm>
            <a:off x="6075158" y="845378"/>
            <a:ext cx="2484641" cy="4173761"/>
          </a:xfrm>
          <a:prstGeom prst="rect">
            <a:avLst/>
          </a:prstGeom>
        </p:spPr>
      </p:pic>
    </p:spTree>
    <p:extLst>
      <p:ext uri="{BB962C8B-B14F-4D97-AF65-F5344CB8AC3E}">
        <p14:creationId xmlns:p14="http://schemas.microsoft.com/office/powerpoint/2010/main" val="2880835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C98CB-4BC1-82C4-2838-7395E07407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E6AF48-5301-501C-8CD0-A1061CA50DAF}"/>
              </a:ext>
            </a:extLst>
          </p:cNvPr>
          <p:cNvSpPr txBox="1"/>
          <p:nvPr/>
        </p:nvSpPr>
        <p:spPr>
          <a:xfrm>
            <a:off x="1062824" y="4470102"/>
            <a:ext cx="3008682" cy="523220"/>
          </a:xfrm>
          <a:prstGeom prst="rect">
            <a:avLst/>
          </a:prstGeom>
          <a:noFill/>
        </p:spPr>
        <p:txBody>
          <a:bodyPr wrap="square" rtlCol="0">
            <a:spAutoFit/>
          </a:bodyPr>
          <a:lstStyle/>
          <a:p>
            <a:r>
              <a:rPr lang="en-US"/>
              <a:t>Classic Arrowheads with space between the perimeter</a:t>
            </a:r>
          </a:p>
        </p:txBody>
      </p:sp>
      <p:sp>
        <p:nvSpPr>
          <p:cNvPr id="8" name="TextBox 7">
            <a:extLst>
              <a:ext uri="{FF2B5EF4-FFF2-40B4-BE49-F238E27FC236}">
                <a16:creationId xmlns:a16="http://schemas.microsoft.com/office/drawing/2014/main" id="{BF31C9DD-05AC-1535-FF25-1282EFD43026}"/>
              </a:ext>
            </a:extLst>
          </p:cNvPr>
          <p:cNvSpPr txBox="1"/>
          <p:nvPr/>
        </p:nvSpPr>
        <p:spPr>
          <a:xfrm>
            <a:off x="172308" y="108693"/>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The high-level code review facilitated the fixing of a long-standing arrowhead bug in GRNsight Classic</a:t>
            </a:r>
            <a:endParaRPr lang="en-US"/>
          </a:p>
        </p:txBody>
      </p:sp>
      <p:pic>
        <p:nvPicPr>
          <p:cNvPr id="10" name="Picture 9">
            <a:extLst>
              <a:ext uri="{FF2B5EF4-FFF2-40B4-BE49-F238E27FC236}">
                <a16:creationId xmlns:a16="http://schemas.microsoft.com/office/drawing/2014/main" id="{7491E86A-0459-5819-43EC-676A4F724F85}"/>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5059796" y="1449214"/>
            <a:ext cx="2763403" cy="2800228"/>
          </a:xfrm>
          <a:prstGeom prst="rect">
            <a:avLst/>
          </a:prstGeom>
        </p:spPr>
      </p:pic>
      <p:pic>
        <p:nvPicPr>
          <p:cNvPr id="11" name="Picture 10">
            <a:extLst>
              <a:ext uri="{FF2B5EF4-FFF2-40B4-BE49-F238E27FC236}">
                <a16:creationId xmlns:a16="http://schemas.microsoft.com/office/drawing/2014/main" id="{FE031473-3CBB-0824-8B5F-B8DE6EEC6A58}"/>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1075524" y="1544120"/>
            <a:ext cx="3008681" cy="2716114"/>
          </a:xfrm>
          <a:prstGeom prst="rect">
            <a:avLst/>
          </a:prstGeom>
        </p:spPr>
      </p:pic>
      <p:sp>
        <p:nvSpPr>
          <p:cNvPr id="5" name="Donut 4">
            <a:extLst>
              <a:ext uri="{FF2B5EF4-FFF2-40B4-BE49-F238E27FC236}">
                <a16:creationId xmlns:a16="http://schemas.microsoft.com/office/drawing/2014/main" id="{C1F9B2C0-1590-1883-4708-76B396E463B6}"/>
              </a:ext>
            </a:extLst>
          </p:cNvPr>
          <p:cNvSpPr/>
          <p:nvPr/>
        </p:nvSpPr>
        <p:spPr>
          <a:xfrm>
            <a:off x="2732290" y="2025073"/>
            <a:ext cx="591810" cy="659959"/>
          </a:xfrm>
          <a:prstGeom prst="donut">
            <a:avLst>
              <a:gd name="adj" fmla="val 11538"/>
            </a:avLst>
          </a:prstGeom>
          <a:solidFill>
            <a:srgbClr val="16693F">
              <a:alpha val="90000"/>
            </a:srgbClr>
          </a:solid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AF414C99-F3FC-D979-7654-409A61D38730}"/>
              </a:ext>
            </a:extLst>
          </p:cNvPr>
          <p:cNvSpPr txBox="1"/>
          <p:nvPr/>
        </p:nvSpPr>
        <p:spPr>
          <a:xfrm>
            <a:off x="5594959" y="4451331"/>
            <a:ext cx="3008682" cy="523220"/>
          </a:xfrm>
          <a:prstGeom prst="rect">
            <a:avLst/>
          </a:prstGeom>
          <a:noFill/>
        </p:spPr>
        <p:txBody>
          <a:bodyPr wrap="square" rtlCol="0">
            <a:spAutoFit/>
          </a:bodyPr>
          <a:lstStyle/>
          <a:p>
            <a:r>
              <a:rPr lang="en-US"/>
              <a:t>React Arrowheads touching the perimeter of the node</a:t>
            </a:r>
          </a:p>
        </p:txBody>
      </p:sp>
      <p:sp>
        <p:nvSpPr>
          <p:cNvPr id="13" name="Donut 12">
            <a:extLst>
              <a:ext uri="{FF2B5EF4-FFF2-40B4-BE49-F238E27FC236}">
                <a16:creationId xmlns:a16="http://schemas.microsoft.com/office/drawing/2014/main" id="{762956D2-C6AE-D148-665B-AFC8C15D44A0}"/>
              </a:ext>
            </a:extLst>
          </p:cNvPr>
          <p:cNvSpPr/>
          <p:nvPr/>
        </p:nvSpPr>
        <p:spPr>
          <a:xfrm>
            <a:off x="6434685" y="2006599"/>
            <a:ext cx="664615" cy="698059"/>
          </a:xfrm>
          <a:prstGeom prst="donut">
            <a:avLst>
              <a:gd name="adj" fmla="val 11538"/>
            </a:avLst>
          </a:prstGeom>
          <a:solidFill>
            <a:srgbClr val="16693F">
              <a:alpha val="90000"/>
            </a:srgbClr>
          </a:solid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544792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2315BD3-4C0B-8973-DEA1-EB449968FF8C}"/>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0948522C-8AEF-D6C6-CECA-7B5B64B5A5D4}"/>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Summary</a:t>
            </a:r>
          </a:p>
        </p:txBody>
      </p:sp>
      <p:sp>
        <p:nvSpPr>
          <p:cNvPr id="3" name="Text Placeholder 2">
            <a:extLst>
              <a:ext uri="{FF2B5EF4-FFF2-40B4-BE49-F238E27FC236}">
                <a16:creationId xmlns:a16="http://schemas.microsoft.com/office/drawing/2014/main" id="{0AE71669-7343-1DD2-E2CA-8CD0CE412CFB}"/>
              </a:ext>
            </a:extLst>
          </p:cNvPr>
          <p:cNvSpPr>
            <a:spLocks noGrp="1"/>
          </p:cNvSpPr>
          <p:nvPr>
            <p:ph type="body" idx="1"/>
          </p:nvPr>
        </p:nvSpPr>
        <p:spPr>
          <a:xfrm>
            <a:off x="297293" y="585777"/>
            <a:ext cx="8331700" cy="4372102"/>
          </a:xfrm>
        </p:spPr>
        <p:txBody>
          <a:bodyPr>
            <a:normAutofit/>
          </a:bodyPr>
          <a:lstStyle/>
          <a:p>
            <a:pPr>
              <a:lnSpc>
                <a:spcPct val="114999"/>
              </a:lnSpc>
            </a:pPr>
            <a:r>
              <a:rPr lang="en-US" dirty="0">
                <a:solidFill>
                  <a:schemeClr val="tx1"/>
                </a:solidFill>
              </a:rPr>
              <a:t>GRNsight is an open-source tool that allows for easier visualization </a:t>
            </a:r>
          </a:p>
          <a:p>
            <a:pPr>
              <a:lnSpc>
                <a:spcPct val="114999"/>
              </a:lnSpc>
              <a:buNone/>
            </a:pPr>
            <a:r>
              <a:rPr lang="en-US" dirty="0">
                <a:solidFill>
                  <a:schemeClr val="tx1"/>
                </a:solidFill>
              </a:rPr>
              <a:t>     of Gene Regulatory Network (GRN) and Protein-Protein Interactions (PPI).</a:t>
            </a:r>
          </a:p>
          <a:p>
            <a:pPr>
              <a:lnSpc>
                <a:spcPct val="114999"/>
              </a:lnSpc>
            </a:pPr>
            <a:r>
              <a:rPr lang="en-US" dirty="0">
                <a:solidFill>
                  <a:schemeClr val="tx1"/>
                </a:solidFill>
              </a:rPr>
              <a:t>GRNsight is an integral part of a data analysis workflow for biologists who model GRNs. </a:t>
            </a:r>
          </a:p>
          <a:p>
            <a:pPr>
              <a:lnSpc>
                <a:spcPct val="114999"/>
              </a:lnSpc>
            </a:pPr>
            <a:r>
              <a:rPr lang="en-US" dirty="0" err="1">
                <a:solidFill>
                  <a:schemeClr val="tx1"/>
                </a:solidFill>
              </a:rPr>
              <a:t>GRNsight’s</a:t>
            </a:r>
            <a:r>
              <a:rPr lang="en-US" dirty="0">
                <a:solidFill>
                  <a:schemeClr val="tx1"/>
                </a:solidFill>
              </a:rPr>
              <a:t> interface was originally built using older web tools, leading to repeated code and difficult user interface updates.</a:t>
            </a:r>
            <a:endParaRPr lang="en-US" dirty="0">
              <a:solidFill>
                <a:schemeClr val="bg2">
                  <a:lumMod val="40000"/>
                  <a:lumOff val="60000"/>
                </a:schemeClr>
              </a:solidFill>
            </a:endParaRPr>
          </a:p>
          <a:p>
            <a:pPr>
              <a:lnSpc>
                <a:spcPct val="114999"/>
              </a:lnSpc>
            </a:pPr>
            <a:r>
              <a:rPr lang="en-US" dirty="0">
                <a:solidFill>
                  <a:schemeClr val="tx1"/>
                </a:solidFill>
              </a:rPr>
              <a:t>I have migrated </a:t>
            </a:r>
            <a:r>
              <a:rPr lang="en-US" dirty="0" err="1">
                <a:solidFill>
                  <a:schemeClr val="tx1"/>
                </a:solidFill>
              </a:rPr>
              <a:t>GRNsight’s</a:t>
            </a:r>
            <a:r>
              <a:rPr lang="en-US" dirty="0">
                <a:solidFill>
                  <a:schemeClr val="tx1"/>
                </a:solidFill>
              </a:rPr>
              <a:t> user interface to React Vite and Grommet UI which are modern, scalable, and industry-standard frameworks.</a:t>
            </a:r>
          </a:p>
          <a:p>
            <a:pPr>
              <a:lnSpc>
                <a:spcPct val="114999"/>
              </a:lnSpc>
            </a:pPr>
            <a:r>
              <a:rPr lang="en-US" dirty="0">
                <a:solidFill>
                  <a:schemeClr val="tx1"/>
                </a:solidFill>
              </a:rPr>
              <a:t>GRNsight React migration has resulted in user interface improvements and bug fixes that enhance the user experience for biologists.</a:t>
            </a:r>
          </a:p>
        </p:txBody>
      </p:sp>
    </p:spTree>
    <p:extLst>
      <p:ext uri="{BB962C8B-B14F-4D97-AF65-F5344CB8AC3E}">
        <p14:creationId xmlns:p14="http://schemas.microsoft.com/office/powerpoint/2010/main" val="706225231"/>
      </p:ext>
    </p:extLst>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8"/>
          <p:cNvSpPr txBox="1">
            <a:spLocks noGrp="1"/>
          </p:cNvSpPr>
          <p:nvPr>
            <p:ph type="title"/>
          </p:nvPr>
        </p:nvSpPr>
        <p:spPr>
          <a:xfrm>
            <a:off x="311700" y="112400"/>
            <a:ext cx="8520600" cy="569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16693F"/>
                </a:solidFill>
              </a:rPr>
              <a:t>Acknowledgements</a:t>
            </a:r>
            <a:endParaRPr b="1">
              <a:solidFill>
                <a:srgbClr val="16693F"/>
              </a:solidFill>
            </a:endParaRPr>
          </a:p>
        </p:txBody>
      </p:sp>
      <p:sp>
        <p:nvSpPr>
          <p:cNvPr id="294" name="Google Shape;294;p38"/>
          <p:cNvSpPr txBox="1"/>
          <p:nvPr/>
        </p:nvSpPr>
        <p:spPr>
          <a:xfrm>
            <a:off x="383415" y="596988"/>
            <a:ext cx="5063954" cy="2800912"/>
          </a:xfrm>
          <a:prstGeom prst="rect">
            <a:avLst/>
          </a:prstGeom>
          <a:noFill/>
          <a:ln>
            <a:noFill/>
          </a:ln>
        </p:spPr>
        <p:txBody>
          <a:bodyPr spcFirstLastPara="1" wrap="square" lIns="91425" tIns="91425" rIns="91425" bIns="91425" anchor="t" anchorCtr="0">
            <a:noAutofit/>
          </a:bodyPr>
          <a:lstStyle/>
          <a:p>
            <a:pPr lvl="0">
              <a:lnSpc>
                <a:spcPct val="115000"/>
              </a:lnSpc>
            </a:pPr>
            <a:r>
              <a:rPr lang="en" b="1" dirty="0">
                <a:solidFill>
                  <a:schemeClr val="tx1"/>
                </a:solidFill>
              </a:rPr>
              <a:t>Pictured Left to Right:</a:t>
            </a:r>
          </a:p>
          <a:p>
            <a:pPr marL="9525" lvl="1" indent="222250">
              <a:lnSpc>
                <a:spcPct val="115000"/>
              </a:lnSpc>
            </a:pPr>
            <a:r>
              <a:rPr lang="en" b="1" dirty="0">
                <a:solidFill>
                  <a:schemeClr val="tx1"/>
                </a:solidFill>
              </a:rPr>
              <a:t>Ngoc Kim Ngan Tran</a:t>
            </a:r>
            <a:endParaRPr b="1" dirty="0">
              <a:solidFill>
                <a:schemeClr val="dk1"/>
              </a:solidFill>
            </a:endParaRPr>
          </a:p>
          <a:p>
            <a:pPr marL="9525" lvl="1" indent="222250">
              <a:lnSpc>
                <a:spcPct val="114999"/>
              </a:lnSpc>
            </a:pPr>
            <a:r>
              <a:rPr lang="en" b="1" dirty="0">
                <a:solidFill>
                  <a:schemeClr val="dk1"/>
                </a:solidFill>
              </a:rPr>
              <a:t>Milka Y. Zekarias</a:t>
            </a:r>
          </a:p>
          <a:p>
            <a:pPr marL="9525" lvl="1" indent="222250">
              <a:lnSpc>
                <a:spcPct val="114999"/>
              </a:lnSpc>
            </a:pPr>
            <a:r>
              <a:rPr lang="en" b="1" dirty="0">
                <a:solidFill>
                  <a:schemeClr val="dk1"/>
                </a:solidFill>
              </a:rPr>
              <a:t>Amelie T. Dinh</a:t>
            </a:r>
          </a:p>
          <a:p>
            <a:pPr marL="9525" lvl="1" indent="222250">
              <a:lnSpc>
                <a:spcPct val="114999"/>
              </a:lnSpc>
            </a:pPr>
            <a:r>
              <a:rPr lang="en" b="1" dirty="0">
                <a:solidFill>
                  <a:schemeClr val="dk1"/>
                </a:solidFill>
              </a:rPr>
              <a:t>Jia S. Garcia</a:t>
            </a:r>
          </a:p>
          <a:p>
            <a:pPr marL="9525" lvl="1" indent="222250">
              <a:lnSpc>
                <a:spcPct val="114999"/>
              </a:lnSpc>
            </a:pPr>
            <a:r>
              <a:rPr lang="en" b="1" dirty="0">
                <a:solidFill>
                  <a:schemeClr val="dk1"/>
                </a:solidFill>
              </a:rPr>
              <a:t>Cindy L. Tong</a:t>
            </a:r>
          </a:p>
          <a:p>
            <a:pPr marL="9525" lvl="1" indent="222250">
              <a:lnSpc>
                <a:spcPct val="115000"/>
              </a:lnSpc>
            </a:pPr>
            <a:r>
              <a:rPr lang="en-US" b="1" dirty="0">
                <a:solidFill>
                  <a:schemeClr val="dk1"/>
                </a:solidFill>
              </a:rPr>
              <a:t>Kam D. Dahlquist</a:t>
            </a:r>
          </a:p>
          <a:p>
            <a:pPr marL="9525" lvl="1" indent="222250">
              <a:lnSpc>
                <a:spcPct val="115000"/>
              </a:lnSpc>
            </a:pPr>
            <a:r>
              <a:rPr lang="en" b="1" dirty="0">
                <a:solidFill>
                  <a:schemeClr val="dk1"/>
                </a:solidFill>
              </a:rPr>
              <a:t>Alex J. Miller</a:t>
            </a:r>
            <a:endParaRPr lang="en-US" b="1" dirty="0">
              <a:solidFill>
                <a:schemeClr val="dk1"/>
              </a:solidFill>
            </a:endParaRPr>
          </a:p>
          <a:p>
            <a:pPr marL="9525" lvl="1" indent="222250">
              <a:lnSpc>
                <a:spcPct val="115000"/>
              </a:lnSpc>
            </a:pPr>
            <a:r>
              <a:rPr lang="en-US" b="1" dirty="0">
                <a:solidFill>
                  <a:schemeClr val="dk1"/>
                </a:solidFill>
              </a:rPr>
              <a:t>John David N. Dionisio</a:t>
            </a:r>
            <a:endParaRPr lang="en" b="1" dirty="0">
              <a:solidFill>
                <a:schemeClr val="dk1"/>
              </a:solidFill>
            </a:endParaRPr>
          </a:p>
          <a:p>
            <a:pPr>
              <a:lnSpc>
                <a:spcPct val="114999"/>
              </a:lnSpc>
            </a:pPr>
            <a:r>
              <a:rPr lang="en" b="1" dirty="0">
                <a:solidFill>
                  <a:schemeClr val="dk1"/>
                </a:solidFill>
              </a:rPr>
              <a:t>LMU Department of Biology</a:t>
            </a:r>
          </a:p>
          <a:p>
            <a:pPr>
              <a:lnSpc>
                <a:spcPct val="114999"/>
              </a:lnSpc>
            </a:pPr>
            <a:r>
              <a:rPr lang="en" b="1" dirty="0">
                <a:solidFill>
                  <a:schemeClr val="dk1"/>
                </a:solidFill>
              </a:rPr>
              <a:t>HHMI STEM Research Learning Community </a:t>
            </a:r>
          </a:p>
          <a:p>
            <a:pPr>
              <a:lnSpc>
                <a:spcPct val="114999"/>
              </a:lnSpc>
            </a:pPr>
            <a:endParaRPr lang="en" b="1" dirty="0">
              <a:solidFill>
                <a:schemeClr val="dk1"/>
              </a:solidFill>
            </a:endParaRPr>
          </a:p>
        </p:txBody>
      </p:sp>
      <p:grpSp>
        <p:nvGrpSpPr>
          <p:cNvPr id="296" name="Google Shape;296;p38"/>
          <p:cNvGrpSpPr/>
          <p:nvPr/>
        </p:nvGrpSpPr>
        <p:grpSpPr>
          <a:xfrm>
            <a:off x="1832465" y="3322073"/>
            <a:ext cx="6362150" cy="1362900"/>
            <a:chOff x="519200" y="3301900"/>
            <a:chExt cx="6362150" cy="1362900"/>
          </a:xfrm>
        </p:grpSpPr>
        <p:sp>
          <p:nvSpPr>
            <p:cNvPr id="297" name="Google Shape;297;p38"/>
            <p:cNvSpPr txBox="1"/>
            <p:nvPr/>
          </p:nvSpPr>
          <p:spPr>
            <a:xfrm>
              <a:off x="519200" y="3301900"/>
              <a:ext cx="5159700" cy="1362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2400" b="1">
                <a:solidFill>
                  <a:srgbClr val="16693F"/>
                </a:solidFill>
              </a:endParaRPr>
            </a:p>
          </p:txBody>
        </p:sp>
        <p:pic>
          <p:nvPicPr>
            <p:cNvPr id="298" name="Google Shape;298;p38"/>
            <p:cNvPicPr preferRelativeResize="0"/>
            <p:nvPr/>
          </p:nvPicPr>
          <p:blipFill>
            <a:blip r:embed="rId4">
              <a:alphaModFix/>
            </a:blip>
            <a:stretch>
              <a:fillRect/>
            </a:stretch>
          </p:blipFill>
          <p:spPr>
            <a:xfrm>
              <a:off x="712200" y="3496600"/>
              <a:ext cx="488475" cy="480325"/>
            </a:xfrm>
            <a:prstGeom prst="rect">
              <a:avLst/>
            </a:prstGeom>
            <a:noFill/>
            <a:ln>
              <a:noFill/>
            </a:ln>
          </p:spPr>
        </p:pic>
        <p:sp>
          <p:nvSpPr>
            <p:cNvPr id="299" name="Google Shape;299;p38"/>
            <p:cNvSpPr txBox="1"/>
            <p:nvPr/>
          </p:nvSpPr>
          <p:spPr>
            <a:xfrm>
              <a:off x="1298050" y="3496502"/>
              <a:ext cx="4835100" cy="48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400" b="1">
                  <a:solidFill>
                    <a:srgbClr val="16693F"/>
                  </a:solidFill>
                </a:rPr>
                <a:t>http://</a:t>
              </a:r>
              <a:r>
                <a:rPr lang="en" sz="2400" b="1" err="1">
                  <a:solidFill>
                    <a:srgbClr val="16693F"/>
                  </a:solidFill>
                </a:rPr>
                <a:t>dondi.github.io</a:t>
              </a:r>
              <a:r>
                <a:rPr lang="en" sz="2400" b="1">
                  <a:solidFill>
                    <a:srgbClr val="16693F"/>
                  </a:solidFill>
                </a:rPr>
                <a:t>/GRNsight/</a:t>
              </a:r>
              <a:endParaRPr sz="1800">
                <a:solidFill>
                  <a:schemeClr val="dk2"/>
                </a:solidFill>
              </a:endParaRPr>
            </a:p>
          </p:txBody>
        </p:sp>
        <p:pic>
          <p:nvPicPr>
            <p:cNvPr id="300" name="Google Shape;300;p38"/>
            <p:cNvPicPr preferRelativeResize="0"/>
            <p:nvPr/>
          </p:nvPicPr>
          <p:blipFill>
            <a:blip r:embed="rId5">
              <a:alphaModFix/>
            </a:blip>
            <a:stretch>
              <a:fillRect/>
            </a:stretch>
          </p:blipFill>
          <p:spPr>
            <a:xfrm>
              <a:off x="623691" y="4095700"/>
              <a:ext cx="576996" cy="569100"/>
            </a:xfrm>
            <a:prstGeom prst="rect">
              <a:avLst/>
            </a:prstGeom>
            <a:noFill/>
            <a:ln>
              <a:noFill/>
            </a:ln>
          </p:spPr>
        </p:pic>
        <p:sp>
          <p:nvSpPr>
            <p:cNvPr id="301" name="Google Shape;301;p38"/>
            <p:cNvSpPr txBox="1"/>
            <p:nvPr/>
          </p:nvSpPr>
          <p:spPr>
            <a:xfrm>
              <a:off x="1298050" y="4140100"/>
              <a:ext cx="5583300" cy="48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400" b="1">
                  <a:solidFill>
                    <a:srgbClr val="16693F"/>
                  </a:solidFill>
                </a:rPr>
                <a:t>https://</a:t>
              </a:r>
              <a:r>
                <a:rPr lang="en" sz="2400" b="1" err="1">
                  <a:solidFill>
                    <a:srgbClr val="16693F"/>
                  </a:solidFill>
                </a:rPr>
                <a:t>github.com</a:t>
              </a:r>
              <a:r>
                <a:rPr lang="en" sz="2400" b="1">
                  <a:solidFill>
                    <a:srgbClr val="16693F"/>
                  </a:solidFill>
                </a:rPr>
                <a:t>/</a:t>
              </a:r>
              <a:r>
                <a:rPr lang="en" sz="2400" b="1" err="1">
                  <a:solidFill>
                    <a:srgbClr val="16693F"/>
                  </a:solidFill>
                </a:rPr>
                <a:t>dondi</a:t>
              </a:r>
              <a:r>
                <a:rPr lang="en" sz="2400" b="1">
                  <a:solidFill>
                    <a:srgbClr val="16693F"/>
                  </a:solidFill>
                </a:rPr>
                <a:t>/GRNsight</a:t>
              </a:r>
              <a:endParaRPr sz="2400" b="1">
                <a:solidFill>
                  <a:srgbClr val="16693F"/>
                </a:solidFill>
              </a:endParaRPr>
            </a:p>
          </p:txBody>
        </p:sp>
      </p:grpSp>
      <p:pic>
        <p:nvPicPr>
          <p:cNvPr id="2" name="Picture 1" descr="A qr code on a white background&#10;&#10;AI-generated content may be incorrect.">
            <a:extLst>
              <a:ext uri="{FF2B5EF4-FFF2-40B4-BE49-F238E27FC236}">
                <a16:creationId xmlns:a16="http://schemas.microsoft.com/office/drawing/2014/main" id="{21260796-C0CD-52DC-746F-AD34C99430F1}"/>
              </a:ext>
            </a:extLst>
          </p:cNvPr>
          <p:cNvPicPr>
            <a:picLocks noChangeAspect="1"/>
          </p:cNvPicPr>
          <p:nvPr/>
        </p:nvPicPr>
        <p:blipFill>
          <a:blip r:embed="rId6"/>
          <a:stretch>
            <a:fillRect/>
          </a:stretch>
        </p:blipFill>
        <p:spPr>
          <a:xfrm>
            <a:off x="383415" y="3388316"/>
            <a:ext cx="1352550" cy="1352550"/>
          </a:xfrm>
          <a:prstGeom prst="rect">
            <a:avLst/>
          </a:prstGeom>
        </p:spPr>
      </p:pic>
      <p:pic>
        <p:nvPicPr>
          <p:cNvPr id="3074" name="Picture 2" descr="GRNsight Team Spring 2026">
            <a:extLst>
              <a:ext uri="{FF2B5EF4-FFF2-40B4-BE49-F238E27FC236}">
                <a16:creationId xmlns:a16="http://schemas.microsoft.com/office/drawing/2014/main" id="{C78A8FF1-0FD2-8D55-FD99-F53CCEEFC76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4399" y="384814"/>
            <a:ext cx="4261875" cy="2609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6">
          <a:extLst>
            <a:ext uri="{FF2B5EF4-FFF2-40B4-BE49-F238E27FC236}">
              <a16:creationId xmlns:a16="http://schemas.microsoft.com/office/drawing/2014/main" id="{C0987B69-4D7C-0B00-262C-E11E050EF7A0}"/>
            </a:ext>
          </a:extLst>
        </p:cNvPr>
        <p:cNvGrpSpPr/>
        <p:nvPr/>
      </p:nvGrpSpPr>
      <p:grpSpPr>
        <a:xfrm>
          <a:off x="0" y="0"/>
          <a:ext cx="0" cy="0"/>
          <a:chOff x="0" y="0"/>
          <a:chExt cx="0" cy="0"/>
        </a:xfrm>
      </p:grpSpPr>
      <p:sp>
        <p:nvSpPr>
          <p:cNvPr id="287" name="Google Shape;287;p37">
            <a:extLst>
              <a:ext uri="{FF2B5EF4-FFF2-40B4-BE49-F238E27FC236}">
                <a16:creationId xmlns:a16="http://schemas.microsoft.com/office/drawing/2014/main" id="{CD2C2F03-F9FA-93FA-F1C4-64D4404C1B2F}"/>
              </a:ext>
            </a:extLst>
          </p:cNvPr>
          <p:cNvSpPr txBox="1">
            <a:spLocks noGrp="1"/>
          </p:cNvSpPr>
          <p:nvPr>
            <p:ph type="title"/>
          </p:nvPr>
        </p:nvSpPr>
        <p:spPr>
          <a:xfrm>
            <a:off x="311700" y="112400"/>
            <a:ext cx="8520600" cy="918000"/>
          </a:xfrm>
          <a:prstGeom prst="rect">
            <a:avLst/>
          </a:prstGeom>
        </p:spPr>
        <p:txBody>
          <a:bodyPr spcFirstLastPara="1" wrap="square" lIns="91425" tIns="91425" rIns="91425" bIns="91425" anchor="t" anchorCtr="0">
            <a:normAutofit/>
          </a:bodyPr>
          <a:lstStyle/>
          <a:p>
            <a:r>
              <a:rPr lang="en" sz="2000" b="1">
                <a:solidFill>
                  <a:srgbClr val="16693F"/>
                </a:solidFill>
              </a:rPr>
              <a:t>References</a:t>
            </a:r>
          </a:p>
        </p:txBody>
      </p:sp>
      <p:sp>
        <p:nvSpPr>
          <p:cNvPr id="3" name="Google Shape;239;p30">
            <a:extLst>
              <a:ext uri="{FF2B5EF4-FFF2-40B4-BE49-F238E27FC236}">
                <a16:creationId xmlns:a16="http://schemas.microsoft.com/office/drawing/2014/main" id="{F7C0137B-D853-C3BA-BCC9-D8CCE934309E}"/>
              </a:ext>
            </a:extLst>
          </p:cNvPr>
          <p:cNvSpPr txBox="1"/>
          <p:nvPr/>
        </p:nvSpPr>
        <p:spPr>
          <a:xfrm>
            <a:off x="434145" y="812527"/>
            <a:ext cx="8275709" cy="3896716"/>
          </a:xfrm>
          <a:prstGeom prst="rect">
            <a:avLst/>
          </a:prstGeom>
          <a:noFill/>
          <a:ln>
            <a:noFill/>
          </a:ln>
        </p:spPr>
        <p:txBody>
          <a:bodyPr spcFirstLastPara="1" wrap="square" lIns="85475" tIns="85475" rIns="85475" bIns="85475" anchor="t" anchorCtr="0">
            <a:spAutoFit/>
          </a:bodyPr>
          <a:lstStyle/>
          <a:p>
            <a:pPr marL="171450" indent="-171450">
              <a:buChar char="•"/>
            </a:pPr>
            <a:r>
              <a:rPr lang="en-US" sz="1600" dirty="0" err="1">
                <a:solidFill>
                  <a:schemeClr val="tx1"/>
                </a:solidFill>
                <a:cs typeface="Times New Roman"/>
              </a:rPr>
              <a:t>AZoLifeSciences</a:t>
            </a:r>
            <a:r>
              <a:rPr lang="en-US" sz="1600" dirty="0">
                <a:solidFill>
                  <a:schemeClr val="tx1"/>
                </a:solidFill>
                <a:cs typeface="Times New Roman"/>
              </a:rPr>
              <a:t>. “A Guide to Understanding Gene Expression.” </a:t>
            </a:r>
            <a:r>
              <a:rPr lang="en-US" sz="1600" i="1" dirty="0" err="1">
                <a:solidFill>
                  <a:schemeClr val="tx1"/>
                </a:solidFill>
                <a:cs typeface="Times New Roman"/>
              </a:rPr>
              <a:t>AZoLifeSciences</a:t>
            </a:r>
            <a:r>
              <a:rPr lang="en-US" sz="1600" dirty="0">
                <a:solidFill>
                  <a:schemeClr val="tx1"/>
                </a:solidFill>
                <a:cs typeface="Times New Roman"/>
              </a:rPr>
              <a:t>, 27 Jan. 2021, </a:t>
            </a:r>
            <a:r>
              <a:rPr lang="en-US" sz="1600" dirty="0" err="1">
                <a:solidFill>
                  <a:schemeClr val="tx1"/>
                </a:solidFill>
                <a:cs typeface="Times New Roman"/>
              </a:rPr>
              <a:t>www.azolifesciences.com</a:t>
            </a:r>
            <a:r>
              <a:rPr lang="en-US" sz="1600" dirty="0">
                <a:solidFill>
                  <a:schemeClr val="tx1"/>
                </a:solidFill>
                <a:cs typeface="Times New Roman"/>
              </a:rPr>
              <a:t>/article/A-Guide-to-Understanding-Gene-</a:t>
            </a:r>
            <a:r>
              <a:rPr lang="en-US" sz="1600" dirty="0" err="1">
                <a:solidFill>
                  <a:schemeClr val="tx1"/>
                </a:solidFill>
                <a:cs typeface="Times New Roman"/>
              </a:rPr>
              <a:t>Expression.aspx</a:t>
            </a:r>
            <a:r>
              <a:rPr lang="en-US" sz="1600" dirty="0">
                <a:solidFill>
                  <a:schemeClr val="tx1"/>
                </a:solidFill>
                <a:cs typeface="Times New Roman"/>
              </a:rPr>
              <a:t>.</a:t>
            </a:r>
          </a:p>
          <a:p>
            <a:pPr marL="171450" indent="-171450">
              <a:buFont typeface="Arial"/>
              <a:buChar char="•"/>
            </a:pPr>
            <a:r>
              <a:rPr lang="en-US" sz="1600" dirty="0">
                <a:solidFill>
                  <a:schemeClr val="tx1"/>
                </a:solidFill>
                <a:cs typeface="Times New Roman"/>
              </a:rPr>
              <a:t>“PDB101: Molecule of the Month: Vitamin D Receptor.” </a:t>
            </a:r>
            <a:r>
              <a:rPr lang="en-US" sz="1600" i="1" dirty="0">
                <a:solidFill>
                  <a:schemeClr val="tx1"/>
                </a:solidFill>
                <a:cs typeface="Times New Roman"/>
              </a:rPr>
              <a:t>RCSB: PDB-101</a:t>
            </a:r>
            <a:r>
              <a:rPr lang="en-US" sz="1600" dirty="0">
                <a:solidFill>
                  <a:schemeClr val="tx1"/>
                </a:solidFill>
                <a:cs typeface="Times New Roman"/>
              </a:rPr>
              <a:t>, pdb101.rcsb.org/</a:t>
            </a:r>
            <a:r>
              <a:rPr lang="en-US" sz="1600" dirty="0" err="1">
                <a:solidFill>
                  <a:schemeClr val="tx1"/>
                </a:solidFill>
                <a:cs typeface="Times New Roman"/>
              </a:rPr>
              <a:t>motm</a:t>
            </a:r>
            <a:r>
              <a:rPr lang="en-US" sz="1600" dirty="0">
                <a:solidFill>
                  <a:schemeClr val="tx1"/>
                </a:solidFill>
                <a:cs typeface="Times New Roman"/>
              </a:rPr>
              <a:t>/155.</a:t>
            </a:r>
          </a:p>
          <a:p>
            <a:pPr marL="171450" indent="-171450">
              <a:buFont typeface="Arial"/>
              <a:buChar char="•"/>
            </a:pPr>
            <a:r>
              <a:rPr lang="en-US" sz="1600" dirty="0">
                <a:solidFill>
                  <a:schemeClr val="tx1"/>
                </a:solidFill>
                <a:cs typeface="Times New Roman"/>
              </a:rPr>
              <a:t>“PDB101: Molecule of the Month: Cyclin and Cyclin-dependent Kinase.” </a:t>
            </a:r>
            <a:r>
              <a:rPr lang="en-US" sz="1600" i="1" dirty="0">
                <a:solidFill>
                  <a:schemeClr val="tx1"/>
                </a:solidFill>
                <a:cs typeface="Times New Roman"/>
              </a:rPr>
              <a:t>RCSB: PDB-101</a:t>
            </a:r>
            <a:r>
              <a:rPr lang="en-US" sz="1600" dirty="0">
                <a:solidFill>
                  <a:schemeClr val="tx1"/>
                </a:solidFill>
                <a:cs typeface="Times New Roman"/>
              </a:rPr>
              <a:t>, pdb101.rcsb.org/</a:t>
            </a:r>
            <a:r>
              <a:rPr lang="en-US" sz="1600" dirty="0" err="1">
                <a:solidFill>
                  <a:schemeClr val="tx1"/>
                </a:solidFill>
                <a:cs typeface="Times New Roman"/>
              </a:rPr>
              <a:t>motm</a:t>
            </a:r>
            <a:r>
              <a:rPr lang="en-US" sz="1600" dirty="0">
                <a:solidFill>
                  <a:schemeClr val="tx1"/>
                </a:solidFill>
                <a:cs typeface="Times New Roman"/>
              </a:rPr>
              <a:t>/236.</a:t>
            </a:r>
          </a:p>
          <a:p>
            <a:pPr marL="171450" indent="-171450">
              <a:buFont typeface="Arial"/>
              <a:buChar char="•"/>
            </a:pPr>
            <a:r>
              <a:rPr lang="en-US" sz="1600" dirty="0"/>
              <a:t>Lee, T. I., Rinaldi, N. J., Robert, F., Odom, D. T., Bar-Joseph, Z., Gerber, G. K., ... &amp; Young, R. A. (2002). Transcriptional regulatory networks in Saccharomyces cerevisiae. science, 298(5594), 799-804. </a:t>
            </a:r>
            <a:r>
              <a:rPr lang="en-US" sz="1600" u="sng" dirty="0">
                <a:hlinkClick r:id="rId4"/>
              </a:rPr>
              <a:t>https://doi.org/10.1126/science.1075090</a:t>
            </a:r>
            <a:endParaRPr lang="en-US" sz="1600" dirty="0"/>
          </a:p>
          <a:p>
            <a:pPr marL="171450" indent="-171450">
              <a:buFont typeface="Arial"/>
              <a:buChar char="•"/>
            </a:pPr>
            <a:r>
              <a:rPr lang="en-US" sz="1600" dirty="0"/>
              <a:t>Dahlquist, K. D., Dionisio, J. D. N., Fitzpatrick, B. G., Anguiano, N. A., Varshneya, A., Southwick, B. J., &amp; Samdarshi, M. (2016). GRNsight: a web application and service for visualizing models of small-to medium-scale gene regulatory networks. </a:t>
            </a:r>
            <a:r>
              <a:rPr lang="en-US" sz="1600" dirty="0" err="1"/>
              <a:t>PeerJ</a:t>
            </a:r>
            <a:r>
              <a:rPr lang="en-US" sz="1600" dirty="0"/>
              <a:t> Computer Science, 2, e85. </a:t>
            </a:r>
            <a:r>
              <a:rPr lang="en-US" sz="1600" u="sng" dirty="0">
                <a:hlinkClick r:id="rId5"/>
              </a:rPr>
              <a:t>https://doi.org/10.7717/peerj-cs.85</a:t>
            </a:r>
            <a:endParaRPr lang="en-US" sz="1600" dirty="0"/>
          </a:p>
          <a:p>
            <a:pPr marL="171450" indent="-171450">
              <a:buFont typeface="Arial"/>
              <a:buChar char="•"/>
            </a:pPr>
            <a:endParaRPr lang="en-US" sz="1800" dirty="0">
              <a:solidFill>
                <a:schemeClr val="bg2">
                  <a:lumMod val="40000"/>
                  <a:lumOff val="60000"/>
                </a:schemeClr>
              </a:solidFill>
            </a:endParaRPr>
          </a:p>
        </p:txBody>
      </p:sp>
    </p:spTree>
    <p:extLst>
      <p:ext uri="{BB962C8B-B14F-4D97-AF65-F5344CB8AC3E}">
        <p14:creationId xmlns:p14="http://schemas.microsoft.com/office/powerpoint/2010/main" val="327884630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16693F"/>
          </a:solidFill>
          <a:tailEnd type="triangle"/>
        </a:ln>
      </a:spPr>
      <a:bodyPr/>
      <a:lstStyle/>
      <a:style>
        <a:lnRef idx="3">
          <a:schemeClr val="dk1"/>
        </a:lnRef>
        <a:fillRef idx="0">
          <a:schemeClr val="dk1"/>
        </a:fillRef>
        <a:effectRef idx="2">
          <a:schemeClr val="dk1"/>
        </a:effectRef>
        <a:fontRef idx="minor">
          <a:schemeClr val="tx1"/>
        </a:fontRef>
      </a: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3029</TotalTime>
  <Words>2313</Words>
  <Application>Microsoft Macintosh PowerPoint</Application>
  <PresentationFormat>On-screen Show (16:9)</PresentationFormat>
  <Paragraphs>223</Paragraphs>
  <Slides>43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Times New Roman</vt:lpstr>
      <vt:lpstr>Arial,Sans-Serif</vt:lpstr>
      <vt:lpstr>Sans Serif Collection</vt:lpstr>
      <vt:lpstr>Arial</vt:lpstr>
      <vt:lpstr>Courier New,monospace</vt:lpstr>
      <vt:lpstr>Simple Light</vt:lpstr>
      <vt:lpstr>Major Front-End Migration for GRNsight, a Web Application for Visualizing Gene Regulatory and Protein-Protein Interaction Network Models</vt:lpstr>
      <vt:lpstr>Outline</vt:lpstr>
      <vt:lpstr>Outline</vt:lpstr>
      <vt:lpstr>Gene expression is the flow of information in a cell from  DNA to RNA to protein</vt:lpstr>
      <vt:lpstr>Regulatory Transcription Factors bind to DNA and turn on (activate) or turn off (repress) gene expression</vt:lpstr>
      <vt:lpstr>A Gene Regulatory Network (GRN) consists of genes, transcription factors and the regulatory connections between them which govern the level of expression of mRNA and protein from genes </vt:lpstr>
      <vt:lpstr>Protein-Protein Interactions refer to physical interactions of proteins binding to each other - the basis of nearly all cell functions</vt:lpstr>
      <vt:lpstr>Large gene regulatory networks are difficult to visualize, and GRNsight makes it easier to visualize networks of 35 nodes or fewer</vt:lpstr>
      <vt:lpstr>Outline</vt:lpstr>
      <vt:lpstr>PowerPoint Presentation</vt:lpstr>
      <vt:lpstr>PowerPoint Presentation</vt:lpstr>
      <vt:lpstr>PowerPoint Presentation</vt:lpstr>
      <vt:lpstr>PowerPoint Presentation</vt:lpstr>
      <vt:lpstr>Users can import networks via the file upload functionality in a supported format (SIF, GraphML, or Excel)</vt:lpstr>
      <vt:lpstr>PowerPoint Presentation</vt:lpstr>
      <vt:lpstr>Users can load different network types, either GRN or PPI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Outline</vt:lpstr>
      <vt:lpstr>PowerPoint Presentation</vt:lpstr>
      <vt:lpstr>PowerPoint Presentation</vt:lpstr>
      <vt:lpstr>PowerPoint Presentation</vt:lpstr>
      <vt:lpstr>Summary</vt:lpstr>
      <vt:lpstr>Acknowledgements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Dahlquist, Kam</dc:creator>
  <cp:lastModifiedBy>Zaragoza, Cecilia</cp:lastModifiedBy>
  <cp:revision>2</cp:revision>
  <cp:lastPrinted>2026-04-11T14:21:15Z</cp:lastPrinted>
  <dcterms:modified xsi:type="dcterms:W3CDTF">2026-04-14T18:21:19Z</dcterms:modified>
</cp:coreProperties>
</file>